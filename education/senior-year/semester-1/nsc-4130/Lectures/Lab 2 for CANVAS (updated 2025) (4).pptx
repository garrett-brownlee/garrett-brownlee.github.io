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7"/>
  </p:notesMasterIdLst>
  <p:sldIdLst>
    <p:sldId id="256" r:id="rId2"/>
    <p:sldId id="262" r:id="rId3"/>
    <p:sldId id="258" r:id="rId4"/>
    <p:sldId id="260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495" autoAdjust="0"/>
  </p:normalViewPr>
  <p:slideViewPr>
    <p:cSldViewPr snapToGrid="0">
      <p:cViewPr varScale="1">
        <p:scale>
          <a:sx n="101" d="100"/>
          <a:sy n="101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A63BB-ACA2-4457-88C7-322D49577D0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30CCD-758D-4E1E-8DE1-4188BE334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98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30CCD-758D-4E1E-8DE1-4188BE3341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90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E5A2D5E-780A-4F6D-9366-5CE009D68DE1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1F1E5E7-E54A-4D55-8795-69F067389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A2D5E-780A-4F6D-9366-5CE009D68DE1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E5E7-E54A-4D55-8795-69F067389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03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A2D5E-780A-4F6D-9366-5CE009D68DE1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E5E7-E54A-4D55-8795-69F067389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12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A2D5E-780A-4F6D-9366-5CE009D68DE1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E5E7-E54A-4D55-8795-69F067389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8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A2D5E-780A-4F6D-9366-5CE009D68DE1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E5E7-E54A-4D55-8795-69F067389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4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A2D5E-780A-4F6D-9366-5CE009D68DE1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E5E7-E54A-4D55-8795-69F067389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90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A2D5E-780A-4F6D-9366-5CE009D68DE1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E5E7-E54A-4D55-8795-69F067389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7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A2D5E-780A-4F6D-9366-5CE009D68DE1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51F1E5E7-E54A-4D55-8795-69F067389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74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E5A2D5E-780A-4F6D-9366-5CE009D68DE1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1F1E5E7-E54A-4D55-8795-69F067389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390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A2D5E-780A-4F6D-9366-5CE009D68DE1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E5E7-E54A-4D55-8795-69F067389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A2D5E-780A-4F6D-9366-5CE009D68DE1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1E5E7-E54A-4D55-8795-69F067389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60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8E5A2D5E-780A-4F6D-9366-5CE009D68DE1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51F1E5E7-E54A-4D55-8795-69F067389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D5A7-0A25-B12B-069B-A94877F53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770467"/>
            <a:ext cx="4205568" cy="3352800"/>
          </a:xfrm>
        </p:spPr>
        <p:txBody>
          <a:bodyPr>
            <a:normAutofit/>
          </a:bodyPr>
          <a:lstStyle/>
          <a:p>
            <a:r>
              <a:rPr lang="en-US" sz="7200" dirty="0"/>
              <a:t>Lab 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8584984-C460-9D91-8175-3D571168B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4141559" cy="1645920"/>
          </a:xfrm>
        </p:spPr>
        <p:txBody>
          <a:bodyPr>
            <a:normAutofit/>
          </a:bodyPr>
          <a:lstStyle/>
          <a:p>
            <a:r>
              <a:rPr lang="en-US" sz="2800" dirty="0"/>
              <a:t>Action Potentials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A118C4-32A6-466D-8453-BA738103A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2536" y="0"/>
            <a:ext cx="673946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rawing of a brain&#10;&#10;Description automatically generated">
            <a:extLst>
              <a:ext uri="{FF2B5EF4-FFF2-40B4-BE49-F238E27FC236}">
                <a16:creationId xmlns:a16="http://schemas.microsoft.com/office/drawing/2014/main" id="{6FD424CC-2FAF-20F9-DE74-DD0B696C50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" r="-1" b="-1"/>
          <a:stretch/>
        </p:blipFill>
        <p:spPr>
          <a:xfrm>
            <a:off x="6096000" y="629265"/>
            <a:ext cx="5452536" cy="558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6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with red lines and green dots&#10;&#10;Description automatically generated">
            <a:extLst>
              <a:ext uri="{FF2B5EF4-FFF2-40B4-BE49-F238E27FC236}">
                <a16:creationId xmlns:a16="http://schemas.microsoft.com/office/drawing/2014/main" id="{55AF76F6-4485-70AE-2ABB-AC0CB6BFF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321" y="395493"/>
            <a:ext cx="9827357" cy="687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55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70AD-737B-26FA-112F-6B0D92E6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or Nothing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909C0-60AC-4AC5-E154-779BFA13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8497" cy="4351338"/>
          </a:xfrm>
        </p:spPr>
        <p:txBody>
          <a:bodyPr/>
          <a:lstStyle/>
          <a:p>
            <a:r>
              <a:rPr lang="en-US" dirty="0"/>
              <a:t>The action potential occurs when the membrane depolarizes to a certain threshold, if the threshold is not reached the action potential will not be triggered. </a:t>
            </a:r>
          </a:p>
          <a:p>
            <a:r>
              <a:rPr lang="en-US" b="1" dirty="0"/>
              <a:t>The strength of the response (action potential) does not depend on the strength of the stimulus</a:t>
            </a:r>
          </a:p>
        </p:txBody>
      </p:sp>
      <p:pic>
        <p:nvPicPr>
          <p:cNvPr id="5" name="Picture 4" descr="A diagram with red lines and green dots&#10;&#10;Description automatically generated">
            <a:extLst>
              <a:ext uri="{FF2B5EF4-FFF2-40B4-BE49-F238E27FC236}">
                <a16:creationId xmlns:a16="http://schemas.microsoft.com/office/drawing/2014/main" id="{6909FC9B-FF84-A44E-C406-E46FF2A2B4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17"/>
          <a:stretch/>
        </p:blipFill>
        <p:spPr>
          <a:xfrm>
            <a:off x="6043611" y="1493114"/>
            <a:ext cx="5386388" cy="529685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35857E-AF3F-82FC-9A2F-A837BBDAECD7}"/>
              </a:ext>
            </a:extLst>
          </p:cNvPr>
          <p:cNvCxnSpPr>
            <a:cxnSpLocks/>
          </p:cNvCxnSpPr>
          <p:nvPr/>
        </p:nvCxnSpPr>
        <p:spPr>
          <a:xfrm flipV="1">
            <a:off x="8821790" y="4476376"/>
            <a:ext cx="0" cy="533205"/>
          </a:xfrm>
          <a:prstGeom prst="straightConnector1">
            <a:avLst/>
          </a:prstGeom>
          <a:ln w="762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317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825E-F6D8-FDCF-6662-7491DE38C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Due 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7998B-70BD-0144-FA67-C53250C09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Tonight  before 11:59 pm : Assignment 1 due</a:t>
            </a:r>
          </a:p>
          <a:p>
            <a:endParaRPr lang="en-US" dirty="0"/>
          </a:p>
          <a:p>
            <a:r>
              <a:rPr lang="en-US" dirty="0"/>
              <a:t>Next Class: Quiz 2 and Assignment 2</a:t>
            </a:r>
          </a:p>
        </p:txBody>
      </p:sp>
    </p:spTree>
    <p:extLst>
      <p:ext uri="{BB962C8B-B14F-4D97-AF65-F5344CB8AC3E}">
        <p14:creationId xmlns:p14="http://schemas.microsoft.com/office/powerpoint/2010/main" val="77145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D0F92-3056-DE44-9442-7FD2F1CBB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62F80-6612-942A-F34D-1CA4B6926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assignment is on canvas! </a:t>
            </a:r>
          </a:p>
          <a:p>
            <a:endParaRPr lang="en-US" dirty="0"/>
          </a:p>
          <a:p>
            <a:r>
              <a:rPr lang="en-US" b="1" dirty="0"/>
              <a:t>Expectations: </a:t>
            </a:r>
          </a:p>
          <a:p>
            <a:r>
              <a:rPr lang="en-US" dirty="0"/>
              <a:t>Follow the instructions carefully! </a:t>
            </a:r>
          </a:p>
          <a:p>
            <a:r>
              <a:rPr lang="en-US" dirty="0"/>
              <a:t>Graphs should have a title, labeled x and y axis, and data that was collected during the experiment. </a:t>
            </a:r>
          </a:p>
          <a:p>
            <a:r>
              <a:rPr lang="en-US" dirty="0"/>
              <a:t>The assignment will be a completion grade. Please try your best to give a coherent answer (2-3 sentences).</a:t>
            </a:r>
          </a:p>
        </p:txBody>
      </p:sp>
    </p:spTree>
    <p:extLst>
      <p:ext uri="{BB962C8B-B14F-4D97-AF65-F5344CB8AC3E}">
        <p14:creationId xmlns:p14="http://schemas.microsoft.com/office/powerpoint/2010/main" val="1459699874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539</TotalTime>
  <Words>129</Words>
  <Application>Microsoft Office PowerPoint</Application>
  <PresentationFormat>Widescreen</PresentationFormat>
  <Paragraphs>17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Metropolitan</vt:lpstr>
      <vt:lpstr>Lab 2</vt:lpstr>
      <vt:lpstr>PowerPoint Presentation</vt:lpstr>
      <vt:lpstr>All or Nothing Principle</vt:lpstr>
      <vt:lpstr>Due Dates</vt:lpstr>
      <vt:lpstr>Assignment 2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</dc:title>
  <dc:creator>Narvaiz, David</dc:creator>
  <cp:lastModifiedBy>Dejeux, Mariana</cp:lastModifiedBy>
  <cp:revision>15</cp:revision>
  <dcterms:created xsi:type="dcterms:W3CDTF">2023-01-30T18:32:15Z</dcterms:created>
  <dcterms:modified xsi:type="dcterms:W3CDTF">2025-09-05T19:35:35Z</dcterms:modified>
</cp:coreProperties>
</file>