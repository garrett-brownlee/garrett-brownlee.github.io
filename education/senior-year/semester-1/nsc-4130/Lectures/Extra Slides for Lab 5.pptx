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4" r:id="rId1"/>
  </p:sldMasterIdLst>
  <p:notesMasterIdLst>
    <p:notesMasterId r:id="rId5"/>
  </p:notesMasterIdLst>
  <p:sldIdLst>
    <p:sldId id="273" r:id="rId2"/>
    <p:sldId id="309" r:id="rId3"/>
    <p:sldId id="274" r:id="rId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E25B3-DAF2-412B-9CFE-B673AC552019}" v="54" dt="2023-02-20T19:34:50.6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6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vaiz, David" userId="c8d6af77-8848-4e82-9606-f6dc21726af4" providerId="ADAL" clId="{5DE0C558-1A16-4B0C-9101-9DEEF952058C}"/>
    <pc:docChg chg="undo custSel addSld delSld modSld sldOrd">
      <pc:chgData name="Narvaiz, David" userId="c8d6af77-8848-4e82-9606-f6dc21726af4" providerId="ADAL" clId="{5DE0C558-1A16-4B0C-9101-9DEEF952058C}" dt="2022-10-03T18:54:21.259" v="305" actId="14100"/>
      <pc:docMkLst>
        <pc:docMk/>
      </pc:docMkLst>
      <pc:sldChg chg="modSp">
        <pc:chgData name="Narvaiz, David" userId="c8d6af77-8848-4e82-9606-f6dc21726af4" providerId="ADAL" clId="{5DE0C558-1A16-4B0C-9101-9DEEF952058C}" dt="2022-10-03T17:29:24.942" v="19" actId="20578"/>
        <pc:sldMkLst>
          <pc:docMk/>
          <pc:sldMk cId="0" sldId="262"/>
        </pc:sldMkLst>
        <pc:spChg chg="mod">
          <ac:chgData name="Narvaiz, David" userId="c8d6af77-8848-4e82-9606-f6dc21726af4" providerId="ADAL" clId="{5DE0C558-1A16-4B0C-9101-9DEEF952058C}" dt="2022-10-03T17:29:24.942" v="19" actId="20578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Narvaiz, David" userId="c8d6af77-8848-4e82-9606-f6dc21726af4" providerId="ADAL" clId="{5DE0C558-1A16-4B0C-9101-9DEEF952058C}" dt="2022-10-03T17:32:25.659" v="59" actId="1076"/>
        <pc:sldMkLst>
          <pc:docMk/>
          <pc:sldMk cId="0" sldId="267"/>
        </pc:sldMkLst>
        <pc:spChg chg="mod">
          <ac:chgData name="Narvaiz, David" userId="c8d6af77-8848-4e82-9606-f6dc21726af4" providerId="ADAL" clId="{5DE0C558-1A16-4B0C-9101-9DEEF952058C}" dt="2022-10-03T17:32:15.477" v="55" actId="14100"/>
          <ac:spMkLst>
            <pc:docMk/>
            <pc:sldMk cId="0" sldId="267"/>
            <ac:spMk id="2" creationId="{00000000-0000-0000-0000-000000000000}"/>
          </ac:spMkLst>
        </pc:spChg>
        <pc:picChg chg="mod">
          <ac:chgData name="Narvaiz, David" userId="c8d6af77-8848-4e82-9606-f6dc21726af4" providerId="ADAL" clId="{5DE0C558-1A16-4B0C-9101-9DEEF952058C}" dt="2022-10-03T17:32:25.659" v="59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Narvaiz, David" userId="c8d6af77-8848-4e82-9606-f6dc21726af4" providerId="ADAL" clId="{5DE0C558-1A16-4B0C-9101-9DEEF952058C}" dt="2022-10-03T17:51:13.575" v="98" actId="20577"/>
        <pc:sldMkLst>
          <pc:docMk/>
          <pc:sldMk cId="0" sldId="270"/>
        </pc:sldMkLst>
        <pc:spChg chg="mod">
          <ac:chgData name="Narvaiz, David" userId="c8d6af77-8848-4e82-9606-f6dc21726af4" providerId="ADAL" clId="{5DE0C558-1A16-4B0C-9101-9DEEF952058C}" dt="2022-10-03T17:51:13.575" v="98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Narvaiz, David" userId="c8d6af77-8848-4e82-9606-f6dc21726af4" providerId="ADAL" clId="{5DE0C558-1A16-4B0C-9101-9DEEF952058C}" dt="2022-10-03T17:51:19.591" v="115" actId="20577"/>
        <pc:sldMkLst>
          <pc:docMk/>
          <pc:sldMk cId="0" sldId="271"/>
        </pc:sldMkLst>
        <pc:spChg chg="mod">
          <ac:chgData name="Narvaiz, David" userId="c8d6af77-8848-4e82-9606-f6dc21726af4" providerId="ADAL" clId="{5DE0C558-1A16-4B0C-9101-9DEEF952058C}" dt="2022-10-03T17:51:19.591" v="115" actId="20577"/>
          <ac:spMkLst>
            <pc:docMk/>
            <pc:sldMk cId="0" sldId="271"/>
            <ac:spMk id="3" creationId="{00000000-0000-0000-0000-000000000000}"/>
          </ac:spMkLst>
        </pc:spChg>
      </pc:sldChg>
      <pc:sldChg chg="addSp delSp modSp mod">
        <pc:chgData name="Narvaiz, David" userId="c8d6af77-8848-4e82-9606-f6dc21726af4" providerId="ADAL" clId="{5DE0C558-1A16-4B0C-9101-9DEEF952058C}" dt="2022-10-03T18:12:03.376" v="192" actId="478"/>
        <pc:sldMkLst>
          <pc:docMk/>
          <pc:sldMk cId="0" sldId="277"/>
        </pc:sldMkLst>
        <pc:spChg chg="mod">
          <ac:chgData name="Narvaiz, David" userId="c8d6af77-8848-4e82-9606-f6dc21726af4" providerId="ADAL" clId="{5DE0C558-1A16-4B0C-9101-9DEEF952058C}" dt="2022-10-03T18:11:27.915" v="186" actId="2710"/>
          <ac:spMkLst>
            <pc:docMk/>
            <pc:sldMk cId="0" sldId="277"/>
            <ac:spMk id="2" creationId="{00000000-0000-0000-0000-000000000000}"/>
          </ac:spMkLst>
        </pc:spChg>
        <pc:picChg chg="add del mod">
          <ac:chgData name="Narvaiz, David" userId="c8d6af77-8848-4e82-9606-f6dc21726af4" providerId="ADAL" clId="{5DE0C558-1A16-4B0C-9101-9DEEF952058C}" dt="2022-10-03T18:12:03.376" v="192" actId="478"/>
          <ac:picMkLst>
            <pc:docMk/>
            <pc:sldMk cId="0" sldId="277"/>
            <ac:picMk id="4" creationId="{0FA8B671-7F5F-A7D8-8EE2-38F75B114B2A}"/>
          </ac:picMkLst>
        </pc:picChg>
      </pc:sldChg>
      <pc:sldChg chg="addSp modSp del mod modNotesTx">
        <pc:chgData name="Narvaiz, David" userId="c8d6af77-8848-4e82-9606-f6dc21726af4" providerId="ADAL" clId="{5DE0C558-1A16-4B0C-9101-9DEEF952058C}" dt="2022-10-03T18:07:45.455" v="176" actId="2696"/>
        <pc:sldMkLst>
          <pc:docMk/>
          <pc:sldMk cId="0" sldId="278"/>
        </pc:sldMkLst>
        <pc:spChg chg="add mod">
          <ac:chgData name="Narvaiz, David" userId="c8d6af77-8848-4e82-9606-f6dc21726af4" providerId="ADAL" clId="{5DE0C558-1A16-4B0C-9101-9DEEF952058C}" dt="2022-10-03T18:06:51.288" v="173" actId="1036"/>
          <ac:spMkLst>
            <pc:docMk/>
            <pc:sldMk cId="0" sldId="278"/>
            <ac:spMk id="3" creationId="{6F44D92B-D273-3B6B-7AEC-49A0D3795D4E}"/>
          </ac:spMkLst>
        </pc:spChg>
        <pc:spChg chg="add mod">
          <ac:chgData name="Narvaiz, David" userId="c8d6af77-8848-4e82-9606-f6dc21726af4" providerId="ADAL" clId="{5DE0C558-1A16-4B0C-9101-9DEEF952058C}" dt="2022-10-03T18:06:48.439" v="169" actId="1035"/>
          <ac:spMkLst>
            <pc:docMk/>
            <pc:sldMk cId="0" sldId="278"/>
            <ac:spMk id="4" creationId="{4ACDA2E0-5AAB-F41B-DD68-75C013E2402C}"/>
          </ac:spMkLst>
        </pc:spChg>
        <pc:spChg chg="add mod">
          <ac:chgData name="Narvaiz, David" userId="c8d6af77-8848-4e82-9606-f6dc21726af4" providerId="ADAL" clId="{5DE0C558-1A16-4B0C-9101-9DEEF952058C}" dt="2022-10-03T18:07:06.361" v="175" actId="1076"/>
          <ac:spMkLst>
            <pc:docMk/>
            <pc:sldMk cId="0" sldId="278"/>
            <ac:spMk id="5" creationId="{B470D4D4-293C-46A7-4FAA-7013243632D6}"/>
          </ac:spMkLst>
        </pc:spChg>
      </pc:sldChg>
      <pc:sldChg chg="modSp mod">
        <pc:chgData name="Narvaiz, David" userId="c8d6af77-8848-4e82-9606-f6dc21726af4" providerId="ADAL" clId="{5DE0C558-1A16-4B0C-9101-9DEEF952058C}" dt="2022-10-03T18:14:27.133" v="194" actId="20577"/>
        <pc:sldMkLst>
          <pc:docMk/>
          <pc:sldMk cId="0" sldId="280"/>
        </pc:sldMkLst>
        <pc:spChg chg="mod">
          <ac:chgData name="Narvaiz, David" userId="c8d6af77-8848-4e82-9606-f6dc21726af4" providerId="ADAL" clId="{5DE0C558-1A16-4B0C-9101-9DEEF952058C}" dt="2022-10-03T18:14:27.133" v="194" actId="20577"/>
          <ac:spMkLst>
            <pc:docMk/>
            <pc:sldMk cId="0" sldId="280"/>
            <ac:spMk id="3" creationId="{00000000-0000-0000-0000-000000000000}"/>
          </ac:spMkLst>
        </pc:spChg>
      </pc:sldChg>
      <pc:sldChg chg="addSp delSp modSp mod">
        <pc:chgData name="Narvaiz, David" userId="c8d6af77-8848-4e82-9606-f6dc21726af4" providerId="ADAL" clId="{5DE0C558-1A16-4B0C-9101-9DEEF952058C}" dt="2022-10-03T18:45:36.244" v="255" actId="14100"/>
        <pc:sldMkLst>
          <pc:docMk/>
          <pc:sldMk cId="0" sldId="284"/>
        </pc:sldMkLst>
        <pc:spChg chg="mod">
          <ac:chgData name="Narvaiz, David" userId="c8d6af77-8848-4e82-9606-f6dc21726af4" providerId="ADAL" clId="{5DE0C558-1A16-4B0C-9101-9DEEF952058C}" dt="2022-10-03T18:41:01.609" v="244" actId="20577"/>
          <ac:spMkLst>
            <pc:docMk/>
            <pc:sldMk cId="0" sldId="284"/>
            <ac:spMk id="3" creationId="{00000000-0000-0000-0000-000000000000}"/>
          </ac:spMkLst>
        </pc:spChg>
        <pc:picChg chg="add del mod">
          <ac:chgData name="Narvaiz, David" userId="c8d6af77-8848-4e82-9606-f6dc21726af4" providerId="ADAL" clId="{5DE0C558-1A16-4B0C-9101-9DEEF952058C}" dt="2022-10-03T18:44:38.707" v="245" actId="21"/>
          <ac:picMkLst>
            <pc:docMk/>
            <pc:sldMk cId="0" sldId="284"/>
            <ac:picMk id="4" creationId="{C230510A-5D9B-4C80-6622-C01BF89F6651}"/>
          </ac:picMkLst>
        </pc:picChg>
        <pc:picChg chg="add mod ord">
          <ac:chgData name="Narvaiz, David" userId="c8d6af77-8848-4e82-9606-f6dc21726af4" providerId="ADAL" clId="{5DE0C558-1A16-4B0C-9101-9DEEF952058C}" dt="2022-10-03T18:45:36.244" v="255" actId="14100"/>
          <ac:picMkLst>
            <pc:docMk/>
            <pc:sldMk cId="0" sldId="284"/>
            <ac:picMk id="5" creationId="{9DE3153D-7F56-FC5A-4792-32B15F8B74B3}"/>
          </ac:picMkLst>
        </pc:picChg>
      </pc:sldChg>
      <pc:sldChg chg="addSp delSp modSp mod">
        <pc:chgData name="Narvaiz, David" userId="c8d6af77-8848-4e82-9606-f6dc21726af4" providerId="ADAL" clId="{5DE0C558-1A16-4B0C-9101-9DEEF952058C}" dt="2022-10-03T18:53:59.002" v="297" actId="21"/>
        <pc:sldMkLst>
          <pc:docMk/>
          <pc:sldMk cId="0" sldId="288"/>
        </pc:sldMkLst>
        <pc:spChg chg="mod">
          <ac:chgData name="Narvaiz, David" userId="c8d6af77-8848-4e82-9606-f6dc21726af4" providerId="ADAL" clId="{5DE0C558-1A16-4B0C-9101-9DEEF952058C}" dt="2022-10-03T18:53:53.805" v="296" actId="113"/>
          <ac:spMkLst>
            <pc:docMk/>
            <pc:sldMk cId="0" sldId="288"/>
            <ac:spMk id="2" creationId="{00000000-0000-0000-0000-000000000000}"/>
          </ac:spMkLst>
        </pc:spChg>
        <pc:picChg chg="add del mod ord">
          <ac:chgData name="Narvaiz, David" userId="c8d6af77-8848-4e82-9606-f6dc21726af4" providerId="ADAL" clId="{5DE0C558-1A16-4B0C-9101-9DEEF952058C}" dt="2022-10-03T18:53:59.002" v="297" actId="21"/>
          <ac:picMkLst>
            <pc:docMk/>
            <pc:sldMk cId="0" sldId="288"/>
            <ac:picMk id="4" creationId="{F0D8E55D-5D44-0B85-9C52-9480106F6F6B}"/>
          </ac:picMkLst>
        </pc:picChg>
      </pc:sldChg>
      <pc:sldChg chg="new del">
        <pc:chgData name="Narvaiz, David" userId="c8d6af77-8848-4e82-9606-f6dc21726af4" providerId="ADAL" clId="{5DE0C558-1A16-4B0C-9101-9DEEF952058C}" dt="2022-10-03T17:22:28.403" v="1" actId="2696"/>
        <pc:sldMkLst>
          <pc:docMk/>
          <pc:sldMk cId="461987071" sldId="294"/>
        </pc:sldMkLst>
      </pc:sldChg>
      <pc:sldChg chg="addSp delSp modSp new mod modAnim">
        <pc:chgData name="Narvaiz, David" userId="c8d6af77-8848-4e82-9606-f6dc21726af4" providerId="ADAL" clId="{5DE0C558-1A16-4B0C-9101-9DEEF952058C}" dt="2022-10-03T17:27:48.203" v="17" actId="1076"/>
        <pc:sldMkLst>
          <pc:docMk/>
          <pc:sldMk cId="2727863645" sldId="294"/>
        </pc:sldMkLst>
        <pc:spChg chg="del">
          <ac:chgData name="Narvaiz, David" userId="c8d6af77-8848-4e82-9606-f6dc21726af4" providerId="ADAL" clId="{5DE0C558-1A16-4B0C-9101-9DEEF952058C}" dt="2022-10-03T17:27:35.754" v="12" actId="478"/>
          <ac:spMkLst>
            <pc:docMk/>
            <pc:sldMk cId="2727863645" sldId="294"/>
            <ac:spMk id="2" creationId="{C1690D18-9BD0-1042-E73B-9C217B135EF2}"/>
          </ac:spMkLst>
        </pc:spChg>
        <pc:spChg chg="del mod">
          <ac:chgData name="Narvaiz, David" userId="c8d6af77-8848-4e82-9606-f6dc21726af4" providerId="ADAL" clId="{5DE0C558-1A16-4B0C-9101-9DEEF952058C}" dt="2022-10-03T17:26:49.978" v="8" actId="478"/>
          <ac:spMkLst>
            <pc:docMk/>
            <pc:sldMk cId="2727863645" sldId="294"/>
            <ac:spMk id="3" creationId="{175404AE-B19B-777A-1CF9-E23DA3E6FF32}"/>
          </ac:spMkLst>
        </pc:spChg>
        <pc:spChg chg="add del mod">
          <ac:chgData name="Narvaiz, David" userId="c8d6af77-8848-4e82-9606-f6dc21726af4" providerId="ADAL" clId="{5DE0C558-1A16-4B0C-9101-9DEEF952058C}" dt="2022-10-03T17:27:35.028" v="11" actId="478"/>
          <ac:spMkLst>
            <pc:docMk/>
            <pc:sldMk cId="2727863645" sldId="294"/>
            <ac:spMk id="5" creationId="{980A2D13-2605-FFEC-97F6-0EB323C28599}"/>
          </ac:spMkLst>
        </pc:spChg>
        <pc:picChg chg="add mod">
          <ac:chgData name="Narvaiz, David" userId="c8d6af77-8848-4e82-9606-f6dc21726af4" providerId="ADAL" clId="{5DE0C558-1A16-4B0C-9101-9DEEF952058C}" dt="2022-10-03T17:27:48.203" v="17" actId="1076"/>
          <ac:picMkLst>
            <pc:docMk/>
            <pc:sldMk cId="2727863645" sldId="294"/>
            <ac:picMk id="6" creationId="{11B805A3-78CD-64FE-7A00-8767AA7F1B42}"/>
          </ac:picMkLst>
        </pc:picChg>
      </pc:sldChg>
      <pc:sldChg chg="addSp delSp modSp new mod ord modAnim">
        <pc:chgData name="Narvaiz, David" userId="c8d6af77-8848-4e82-9606-f6dc21726af4" providerId="ADAL" clId="{5DE0C558-1A16-4B0C-9101-9DEEF952058C}" dt="2022-10-03T17:50:37.151" v="72"/>
        <pc:sldMkLst>
          <pc:docMk/>
          <pc:sldMk cId="317332581" sldId="295"/>
        </pc:sldMkLst>
        <pc:spChg chg="del">
          <ac:chgData name="Narvaiz, David" userId="c8d6af77-8848-4e82-9606-f6dc21726af4" providerId="ADAL" clId="{5DE0C558-1A16-4B0C-9101-9DEEF952058C}" dt="2022-10-03T17:49:46.061" v="63" actId="478"/>
          <ac:spMkLst>
            <pc:docMk/>
            <pc:sldMk cId="317332581" sldId="295"/>
            <ac:spMk id="2" creationId="{60C0757F-A961-A6CB-45DE-A2E56F45D025}"/>
          </ac:spMkLst>
        </pc:spChg>
        <pc:spChg chg="del">
          <ac:chgData name="Narvaiz, David" userId="c8d6af77-8848-4e82-9606-f6dc21726af4" providerId="ADAL" clId="{5DE0C558-1A16-4B0C-9101-9DEEF952058C}" dt="2022-10-03T17:49:04.239" v="61" actId="478"/>
          <ac:spMkLst>
            <pc:docMk/>
            <pc:sldMk cId="317332581" sldId="295"/>
            <ac:spMk id="3" creationId="{2DA84D63-57B9-553A-1E2B-E8905A893E1C}"/>
          </ac:spMkLst>
        </pc:spChg>
        <pc:picChg chg="add mod">
          <ac:chgData name="Narvaiz, David" userId="c8d6af77-8848-4e82-9606-f6dc21726af4" providerId="ADAL" clId="{5DE0C558-1A16-4B0C-9101-9DEEF952058C}" dt="2022-10-03T17:49:55.838" v="66" actId="1076"/>
          <ac:picMkLst>
            <pc:docMk/>
            <pc:sldMk cId="317332581" sldId="295"/>
            <ac:picMk id="4" creationId="{5FB6E524-1129-0182-4A41-A576C4DA0643}"/>
          </ac:picMkLst>
        </pc:picChg>
      </pc:sldChg>
      <pc:sldChg chg="addSp delSp modSp new del mod">
        <pc:chgData name="Narvaiz, David" userId="c8d6af77-8848-4e82-9606-f6dc21726af4" providerId="ADAL" clId="{5DE0C558-1A16-4B0C-9101-9DEEF952058C}" dt="2022-10-03T18:11:57.388" v="190" actId="2696"/>
        <pc:sldMkLst>
          <pc:docMk/>
          <pc:sldMk cId="1866634337" sldId="296"/>
        </pc:sldMkLst>
        <pc:spChg chg="mod">
          <ac:chgData name="Narvaiz, David" userId="c8d6af77-8848-4e82-9606-f6dc21726af4" providerId="ADAL" clId="{5DE0C558-1A16-4B0C-9101-9DEEF952058C}" dt="2022-10-03T18:10:36.346" v="179"/>
          <ac:spMkLst>
            <pc:docMk/>
            <pc:sldMk cId="1866634337" sldId="296"/>
            <ac:spMk id="3" creationId="{DBEAD878-7224-850E-9F45-BE5C217F3234}"/>
          </ac:spMkLst>
        </pc:spChg>
        <pc:picChg chg="add del">
          <ac:chgData name="Narvaiz, David" userId="c8d6af77-8848-4e82-9606-f6dc21726af4" providerId="ADAL" clId="{5DE0C558-1A16-4B0C-9101-9DEEF952058C}" dt="2022-10-03T18:10:49.902" v="181" actId="21"/>
          <ac:picMkLst>
            <pc:docMk/>
            <pc:sldMk cId="1866634337" sldId="296"/>
            <ac:picMk id="4" creationId="{6CA75249-0AF8-969D-93C7-B465610FAEF2}"/>
          </ac:picMkLst>
        </pc:picChg>
      </pc:sldChg>
      <pc:sldChg chg="add">
        <pc:chgData name="Narvaiz, David" userId="c8d6af77-8848-4e82-9606-f6dc21726af4" providerId="ADAL" clId="{5DE0C558-1A16-4B0C-9101-9DEEF952058C}" dt="2022-10-03T18:12:00.168" v="191" actId="2890"/>
        <pc:sldMkLst>
          <pc:docMk/>
          <pc:sldMk cId="2679604232" sldId="296"/>
        </pc:sldMkLst>
      </pc:sldChg>
      <pc:sldChg chg="modSp add mod">
        <pc:chgData name="Narvaiz, David" userId="c8d6af77-8848-4e82-9606-f6dc21726af4" providerId="ADAL" clId="{5DE0C558-1A16-4B0C-9101-9DEEF952058C}" dt="2022-10-03T18:16:50.679" v="211" actId="6549"/>
        <pc:sldMkLst>
          <pc:docMk/>
          <pc:sldMk cId="3759468403" sldId="297"/>
        </pc:sldMkLst>
        <pc:spChg chg="mod">
          <ac:chgData name="Narvaiz, David" userId="c8d6af77-8848-4e82-9606-f6dc21726af4" providerId="ADAL" clId="{5DE0C558-1A16-4B0C-9101-9DEEF952058C}" dt="2022-10-03T18:16:50.679" v="211" actId="6549"/>
          <ac:spMkLst>
            <pc:docMk/>
            <pc:sldMk cId="3759468403" sldId="297"/>
            <ac:spMk id="3" creationId="{00000000-0000-0000-0000-000000000000}"/>
          </ac:spMkLst>
        </pc:spChg>
      </pc:sldChg>
      <pc:sldChg chg="addSp delSp modSp add mod modAnim">
        <pc:chgData name="Narvaiz, David" userId="c8d6af77-8848-4e82-9606-f6dc21726af4" providerId="ADAL" clId="{5DE0C558-1A16-4B0C-9101-9DEEF952058C}" dt="2022-10-03T18:16:44.641" v="210" actId="1076"/>
        <pc:sldMkLst>
          <pc:docMk/>
          <pc:sldMk cId="2579690083" sldId="298"/>
        </pc:sldMkLst>
        <pc:spChg chg="del">
          <ac:chgData name="Narvaiz, David" userId="c8d6af77-8848-4e82-9606-f6dc21726af4" providerId="ADAL" clId="{5DE0C558-1A16-4B0C-9101-9DEEF952058C}" dt="2022-10-03T18:16:33.403" v="204" actId="478"/>
          <ac:spMkLst>
            <pc:docMk/>
            <pc:sldMk cId="2579690083" sldId="298"/>
            <ac:spMk id="2" creationId="{00000000-0000-0000-0000-000000000000}"/>
          </ac:spMkLst>
        </pc:spChg>
        <pc:spChg chg="del">
          <ac:chgData name="Narvaiz, David" userId="c8d6af77-8848-4e82-9606-f6dc21726af4" providerId="ADAL" clId="{5DE0C558-1A16-4B0C-9101-9DEEF952058C}" dt="2022-10-03T18:16:31.834" v="203" actId="478"/>
          <ac:spMkLst>
            <pc:docMk/>
            <pc:sldMk cId="2579690083" sldId="298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5DE0C558-1A16-4B0C-9101-9DEEF952058C}" dt="2022-10-03T18:16:43.665" v="209" actId="478"/>
          <ac:spMkLst>
            <pc:docMk/>
            <pc:sldMk cId="2579690083" sldId="298"/>
            <ac:spMk id="6" creationId="{2F61646B-8CD6-7D6E-C4B1-4646D322EF26}"/>
          </ac:spMkLst>
        </pc:spChg>
        <pc:picChg chg="add mod">
          <ac:chgData name="Narvaiz, David" userId="c8d6af77-8848-4e82-9606-f6dc21726af4" providerId="ADAL" clId="{5DE0C558-1A16-4B0C-9101-9DEEF952058C}" dt="2022-10-03T18:16:44.641" v="210" actId="1076"/>
          <ac:picMkLst>
            <pc:docMk/>
            <pc:sldMk cId="2579690083" sldId="298"/>
            <ac:picMk id="4" creationId="{689F0FF5-FBC5-71B5-19B9-30B735131BDE}"/>
          </ac:picMkLst>
        </pc:picChg>
      </pc:sldChg>
      <pc:sldChg chg="addSp delSp modSp new mod">
        <pc:chgData name="Narvaiz, David" userId="c8d6af77-8848-4e82-9606-f6dc21726af4" providerId="ADAL" clId="{5DE0C558-1A16-4B0C-9101-9DEEF952058C}" dt="2022-10-03T18:49:00.672" v="267" actId="1076"/>
        <pc:sldMkLst>
          <pc:docMk/>
          <pc:sldMk cId="2476515237" sldId="299"/>
        </pc:sldMkLst>
        <pc:spChg chg="del">
          <ac:chgData name="Narvaiz, David" userId="c8d6af77-8848-4e82-9606-f6dc21726af4" providerId="ADAL" clId="{5DE0C558-1A16-4B0C-9101-9DEEF952058C}" dt="2022-10-03T18:48:28.543" v="259" actId="478"/>
          <ac:spMkLst>
            <pc:docMk/>
            <pc:sldMk cId="2476515237" sldId="299"/>
            <ac:spMk id="2" creationId="{0987D56A-A7C9-34D4-B339-3540869DA7EB}"/>
          </ac:spMkLst>
        </pc:spChg>
        <pc:spChg chg="del">
          <ac:chgData name="Narvaiz, David" userId="c8d6af77-8848-4e82-9606-f6dc21726af4" providerId="ADAL" clId="{5DE0C558-1A16-4B0C-9101-9DEEF952058C}" dt="2022-10-03T18:48:25.662" v="258" actId="478"/>
          <ac:spMkLst>
            <pc:docMk/>
            <pc:sldMk cId="2476515237" sldId="299"/>
            <ac:spMk id="3" creationId="{5474A2E5-0DD8-3FE5-D636-000C004DF172}"/>
          </ac:spMkLst>
        </pc:spChg>
        <pc:picChg chg="add mod">
          <ac:chgData name="Narvaiz, David" userId="c8d6af77-8848-4e82-9606-f6dc21726af4" providerId="ADAL" clId="{5DE0C558-1A16-4B0C-9101-9DEEF952058C}" dt="2022-10-03T18:49:00.672" v="267" actId="1076"/>
          <ac:picMkLst>
            <pc:docMk/>
            <pc:sldMk cId="2476515237" sldId="299"/>
            <ac:picMk id="4" creationId="{F3231C8F-646F-7517-2998-C3CFE04E0B4F}"/>
          </ac:picMkLst>
        </pc:picChg>
      </pc:sldChg>
      <pc:sldChg chg="addSp delSp modSp new mod">
        <pc:chgData name="Narvaiz, David" userId="c8d6af77-8848-4e82-9606-f6dc21726af4" providerId="ADAL" clId="{5DE0C558-1A16-4B0C-9101-9DEEF952058C}" dt="2022-10-03T18:54:21.259" v="305" actId="14100"/>
        <pc:sldMkLst>
          <pc:docMk/>
          <pc:sldMk cId="1396967686" sldId="300"/>
        </pc:sldMkLst>
        <pc:spChg chg="del">
          <ac:chgData name="Narvaiz, David" userId="c8d6af77-8848-4e82-9606-f6dc21726af4" providerId="ADAL" clId="{5DE0C558-1A16-4B0C-9101-9DEEF952058C}" dt="2022-10-03T18:54:06.843" v="300" actId="478"/>
          <ac:spMkLst>
            <pc:docMk/>
            <pc:sldMk cId="1396967686" sldId="300"/>
            <ac:spMk id="2" creationId="{63E1E994-3488-C0E7-4840-B87CAF6B50CA}"/>
          </ac:spMkLst>
        </pc:spChg>
        <pc:spChg chg="del">
          <ac:chgData name="Narvaiz, David" userId="c8d6af77-8848-4e82-9606-f6dc21726af4" providerId="ADAL" clId="{5DE0C558-1A16-4B0C-9101-9DEEF952058C}" dt="2022-10-03T18:54:04.460" v="299" actId="478"/>
          <ac:spMkLst>
            <pc:docMk/>
            <pc:sldMk cId="1396967686" sldId="300"/>
            <ac:spMk id="3" creationId="{ED687255-0D19-2818-9D33-327C7A57A12B}"/>
          </ac:spMkLst>
        </pc:spChg>
        <pc:picChg chg="add mod">
          <ac:chgData name="Narvaiz, David" userId="c8d6af77-8848-4e82-9606-f6dc21726af4" providerId="ADAL" clId="{5DE0C558-1A16-4B0C-9101-9DEEF952058C}" dt="2022-10-03T18:54:21.259" v="305" actId="14100"/>
          <ac:picMkLst>
            <pc:docMk/>
            <pc:sldMk cId="1396967686" sldId="300"/>
            <ac:picMk id="4" creationId="{0E450A70-7E58-8736-8EEE-34465DEC1637}"/>
          </ac:picMkLst>
        </pc:picChg>
      </pc:sldChg>
    </pc:docChg>
  </pc:docChgLst>
  <pc:docChgLst>
    <pc:chgData name="Narvaiz, David" userId="c8d6af77-8848-4e82-9606-f6dc21726af4" providerId="ADAL" clId="{D39E25B3-DAF2-412B-9CFE-B673AC552019}"/>
    <pc:docChg chg="undo custSel addSld delSld modSld sldOrd">
      <pc:chgData name="Narvaiz, David" userId="c8d6af77-8848-4e82-9606-f6dc21726af4" providerId="ADAL" clId="{D39E25B3-DAF2-412B-9CFE-B673AC552019}" dt="2023-02-20T19:35:03.160" v="1717" actId="114"/>
      <pc:docMkLst>
        <pc:docMk/>
      </pc:docMkLst>
      <pc:sldChg chg="addSp delSp modSp mod">
        <pc:chgData name="Narvaiz, David" userId="c8d6af77-8848-4e82-9606-f6dc21726af4" providerId="ADAL" clId="{D39E25B3-DAF2-412B-9CFE-B673AC552019}" dt="2023-02-20T17:03:42.152" v="209" actId="20577"/>
        <pc:sldMkLst>
          <pc:docMk/>
          <pc:sldMk cId="0" sldId="256"/>
        </pc:sldMkLst>
        <pc:spChg chg="add del mod">
          <ac:chgData name="Narvaiz, David" userId="c8d6af77-8848-4e82-9606-f6dc21726af4" providerId="ADAL" clId="{D39E25B3-DAF2-412B-9CFE-B673AC552019}" dt="2023-02-20T17:03:42.152" v="209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Narvaiz, David" userId="c8d6af77-8848-4e82-9606-f6dc21726af4" providerId="ADAL" clId="{D39E25B3-DAF2-412B-9CFE-B673AC552019}" dt="2023-02-20T17:19:55.590" v="257" actId="2696"/>
        <pc:sldMkLst>
          <pc:docMk/>
          <pc:sldMk cId="0" sldId="259"/>
        </pc:sldMkLst>
      </pc:sldChg>
      <pc:sldChg chg="addSp modSp mod modNotesTx">
        <pc:chgData name="Narvaiz, David" userId="c8d6af77-8848-4e82-9606-f6dc21726af4" providerId="ADAL" clId="{D39E25B3-DAF2-412B-9CFE-B673AC552019}" dt="2023-02-20T17:44:44.432" v="686" actId="20577"/>
        <pc:sldMkLst>
          <pc:docMk/>
          <pc:sldMk cId="0" sldId="260"/>
        </pc:sldMkLst>
        <pc:spChg chg="mod">
          <ac:chgData name="Narvaiz, David" userId="c8d6af77-8848-4e82-9606-f6dc21726af4" providerId="ADAL" clId="{D39E25B3-DAF2-412B-9CFE-B673AC552019}" dt="2023-02-20T17:37:25.968" v="279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Narvaiz, David" userId="c8d6af77-8848-4e82-9606-f6dc21726af4" providerId="ADAL" clId="{D39E25B3-DAF2-412B-9CFE-B673AC552019}" dt="2023-02-20T17:39:37.151" v="286" actId="1076"/>
          <ac:picMkLst>
            <pc:docMk/>
            <pc:sldMk cId="0" sldId="260"/>
            <ac:picMk id="4" creationId="{0620DAD4-B954-1AF3-2C83-018033F4DBBE}"/>
          </ac:picMkLst>
        </pc:picChg>
      </pc:sldChg>
      <pc:sldChg chg="addSp delSp modSp mod">
        <pc:chgData name="Narvaiz, David" userId="c8d6af77-8848-4e82-9606-f6dc21726af4" providerId="ADAL" clId="{D39E25B3-DAF2-412B-9CFE-B673AC552019}" dt="2023-02-20T17:40:18.479" v="290" actId="1076"/>
        <pc:sldMkLst>
          <pc:docMk/>
          <pc:sldMk cId="0" sldId="261"/>
        </pc:sldMkLst>
        <pc:picChg chg="del">
          <ac:chgData name="Narvaiz, David" userId="c8d6af77-8848-4e82-9606-f6dc21726af4" providerId="ADAL" clId="{D39E25B3-DAF2-412B-9CFE-B673AC552019}" dt="2023-02-20T17:40:13.392" v="287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Narvaiz, David" userId="c8d6af77-8848-4e82-9606-f6dc21726af4" providerId="ADAL" clId="{D39E25B3-DAF2-412B-9CFE-B673AC552019}" dt="2023-02-20T17:40:18.479" v="290" actId="1076"/>
          <ac:picMkLst>
            <pc:docMk/>
            <pc:sldMk cId="0" sldId="261"/>
            <ac:picMk id="4098" creationId="{C0C1693A-621C-A094-9F02-3B12F59E28DA}"/>
          </ac:picMkLst>
        </pc:picChg>
      </pc:sldChg>
      <pc:sldChg chg="del">
        <pc:chgData name="Narvaiz, David" userId="c8d6af77-8848-4e82-9606-f6dc21726af4" providerId="ADAL" clId="{D39E25B3-DAF2-412B-9CFE-B673AC552019}" dt="2023-02-20T17:45:57.967" v="687" actId="2696"/>
        <pc:sldMkLst>
          <pc:docMk/>
          <pc:sldMk cId="0" sldId="262"/>
        </pc:sldMkLst>
      </pc:sldChg>
      <pc:sldChg chg="add del">
        <pc:chgData name="Narvaiz, David" userId="c8d6af77-8848-4e82-9606-f6dc21726af4" providerId="ADAL" clId="{D39E25B3-DAF2-412B-9CFE-B673AC552019}" dt="2023-02-20T17:54:37.737" v="707" actId="47"/>
        <pc:sldMkLst>
          <pc:docMk/>
          <pc:sldMk cId="0" sldId="263"/>
        </pc:sldMkLst>
      </pc:sldChg>
      <pc:sldChg chg="add del">
        <pc:chgData name="Narvaiz, David" userId="c8d6af77-8848-4e82-9606-f6dc21726af4" providerId="ADAL" clId="{D39E25B3-DAF2-412B-9CFE-B673AC552019}" dt="2023-02-20T17:54:39.584" v="708" actId="47"/>
        <pc:sldMkLst>
          <pc:docMk/>
          <pc:sldMk cId="0" sldId="264"/>
        </pc:sldMkLst>
      </pc:sldChg>
      <pc:sldChg chg="add del">
        <pc:chgData name="Narvaiz, David" userId="c8d6af77-8848-4e82-9606-f6dc21726af4" providerId="ADAL" clId="{D39E25B3-DAF2-412B-9CFE-B673AC552019}" dt="2023-02-20T17:54:41.220" v="709" actId="47"/>
        <pc:sldMkLst>
          <pc:docMk/>
          <pc:sldMk cId="0" sldId="265"/>
        </pc:sldMkLst>
      </pc:sldChg>
      <pc:sldChg chg="modSp mod">
        <pc:chgData name="Narvaiz, David" userId="c8d6af77-8848-4e82-9606-f6dc21726af4" providerId="ADAL" clId="{D39E25B3-DAF2-412B-9CFE-B673AC552019}" dt="2023-02-20T17:55:57.634" v="734" actId="20577"/>
        <pc:sldMkLst>
          <pc:docMk/>
          <pc:sldMk cId="0" sldId="266"/>
        </pc:sldMkLst>
        <pc:spChg chg="mod">
          <ac:chgData name="Narvaiz, David" userId="c8d6af77-8848-4e82-9606-f6dc21726af4" providerId="ADAL" clId="{D39E25B3-DAF2-412B-9CFE-B673AC552019}" dt="2023-02-20T17:55:57.634" v="734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Narvaiz, David" userId="c8d6af77-8848-4e82-9606-f6dc21726af4" providerId="ADAL" clId="{D39E25B3-DAF2-412B-9CFE-B673AC552019}" dt="2023-02-20T18:20:16.917" v="1190" actId="1076"/>
        <pc:sldMkLst>
          <pc:docMk/>
          <pc:sldMk cId="0" sldId="267"/>
        </pc:sldMkLst>
        <pc:spChg chg="mod">
          <ac:chgData name="Narvaiz, David" userId="c8d6af77-8848-4e82-9606-f6dc21726af4" providerId="ADAL" clId="{D39E25B3-DAF2-412B-9CFE-B673AC552019}" dt="2023-02-20T18:20:14.975" v="1189" actId="20577"/>
          <ac:spMkLst>
            <pc:docMk/>
            <pc:sldMk cId="0" sldId="267"/>
            <ac:spMk id="2" creationId="{00000000-0000-0000-0000-000000000000}"/>
          </ac:spMkLst>
        </pc:spChg>
        <pc:picChg chg="mod">
          <ac:chgData name="Narvaiz, David" userId="c8d6af77-8848-4e82-9606-f6dc21726af4" providerId="ADAL" clId="{D39E25B3-DAF2-412B-9CFE-B673AC552019}" dt="2023-02-20T18:20:16.917" v="1190" actId="1076"/>
          <ac:picMkLst>
            <pc:docMk/>
            <pc:sldMk cId="0" sldId="267"/>
            <ac:picMk id="4" creationId="{00000000-0000-0000-0000-000000000000}"/>
          </ac:picMkLst>
        </pc:picChg>
      </pc:sldChg>
      <pc:sldChg chg="addSp modSp mod modNotesTx">
        <pc:chgData name="Narvaiz, David" userId="c8d6af77-8848-4e82-9606-f6dc21726af4" providerId="ADAL" clId="{D39E25B3-DAF2-412B-9CFE-B673AC552019}" dt="2023-02-20T18:19:28.454" v="1160" actId="20577"/>
        <pc:sldMkLst>
          <pc:docMk/>
          <pc:sldMk cId="0" sldId="268"/>
        </pc:sldMkLst>
        <pc:picChg chg="add mod">
          <ac:chgData name="Narvaiz, David" userId="c8d6af77-8848-4e82-9606-f6dc21726af4" providerId="ADAL" clId="{D39E25B3-DAF2-412B-9CFE-B673AC552019}" dt="2023-02-20T18:18:06.181" v="903" actId="1076"/>
          <ac:picMkLst>
            <pc:docMk/>
            <pc:sldMk cId="0" sldId="268"/>
            <ac:picMk id="4" creationId="{FFF094BB-2DB5-5DB0-AF30-25800E34634D}"/>
          </ac:picMkLst>
        </pc:picChg>
      </pc:sldChg>
      <pc:sldChg chg="modSp mod">
        <pc:chgData name="Narvaiz, David" userId="c8d6af77-8848-4e82-9606-f6dc21726af4" providerId="ADAL" clId="{D39E25B3-DAF2-412B-9CFE-B673AC552019}" dt="2023-02-20T18:47:46.624" v="1232" actId="14100"/>
        <pc:sldMkLst>
          <pc:docMk/>
          <pc:sldMk cId="0" sldId="269"/>
        </pc:sldMkLst>
        <pc:spChg chg="mod">
          <ac:chgData name="Narvaiz, David" userId="c8d6af77-8848-4e82-9606-f6dc21726af4" providerId="ADAL" clId="{D39E25B3-DAF2-412B-9CFE-B673AC552019}" dt="2023-02-20T18:47:46.624" v="1232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8:21:42.377" v="1191" actId="6549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Narvaiz, David" userId="c8d6af77-8848-4e82-9606-f6dc21726af4" providerId="ADAL" clId="{D39E25B3-DAF2-412B-9CFE-B673AC552019}" dt="2023-02-20T18:40:25.736" v="1226" actId="20577"/>
        <pc:sldMkLst>
          <pc:docMk/>
          <pc:sldMk cId="0" sldId="272"/>
        </pc:sldMkLst>
        <pc:spChg chg="mod">
          <ac:chgData name="Narvaiz, David" userId="c8d6af77-8848-4e82-9606-f6dc21726af4" providerId="ADAL" clId="{D39E25B3-DAF2-412B-9CFE-B673AC552019}" dt="2023-02-20T18:40:25.736" v="1226" actId="20577"/>
          <ac:spMkLst>
            <pc:docMk/>
            <pc:sldMk cId="0" sldId="272"/>
            <ac:spMk id="3" creationId="{00000000-0000-0000-0000-000000000000}"/>
          </ac:spMkLst>
        </pc:spChg>
      </pc:sldChg>
      <pc:sldChg chg="addSp modSp mod">
        <pc:chgData name="Narvaiz, David" userId="c8d6af77-8848-4e82-9606-f6dc21726af4" providerId="ADAL" clId="{D39E25B3-DAF2-412B-9CFE-B673AC552019}" dt="2023-02-20T18:49:54.744" v="1255" actId="1076"/>
        <pc:sldMkLst>
          <pc:docMk/>
          <pc:sldMk cId="0" sldId="274"/>
        </pc:sldMkLst>
        <pc:picChg chg="mod">
          <ac:chgData name="Narvaiz, David" userId="c8d6af77-8848-4e82-9606-f6dc21726af4" providerId="ADAL" clId="{D39E25B3-DAF2-412B-9CFE-B673AC552019}" dt="2023-02-20T18:49:52.368" v="1254" actId="1076"/>
          <ac:picMkLst>
            <pc:docMk/>
            <pc:sldMk cId="0" sldId="274"/>
            <ac:picMk id="2" creationId="{00000000-0000-0000-0000-000000000000}"/>
          </ac:picMkLst>
        </pc:picChg>
        <pc:picChg chg="add mod">
          <ac:chgData name="Narvaiz, David" userId="c8d6af77-8848-4e82-9606-f6dc21726af4" providerId="ADAL" clId="{D39E25B3-DAF2-412B-9CFE-B673AC552019}" dt="2023-02-20T18:49:29.208" v="1249" actId="1076"/>
          <ac:picMkLst>
            <pc:docMk/>
            <pc:sldMk cId="0" sldId="274"/>
            <ac:picMk id="3" creationId="{D75D2C14-9240-91C6-1AB5-DC3C2670754C}"/>
          </ac:picMkLst>
        </pc:picChg>
        <pc:picChg chg="add mod">
          <ac:chgData name="Narvaiz, David" userId="c8d6af77-8848-4e82-9606-f6dc21726af4" providerId="ADAL" clId="{D39E25B3-DAF2-412B-9CFE-B673AC552019}" dt="2023-02-20T18:49:54.744" v="1255" actId="1076"/>
          <ac:picMkLst>
            <pc:docMk/>
            <pc:sldMk cId="0" sldId="274"/>
            <ac:picMk id="4" creationId="{6722BB62-4281-0D47-F751-1154FE195B63}"/>
          </ac:picMkLst>
        </pc:picChg>
      </pc:sldChg>
      <pc:sldChg chg="modSp del">
        <pc:chgData name="Narvaiz, David" userId="c8d6af77-8848-4e82-9606-f6dc21726af4" providerId="ADAL" clId="{D39E25B3-DAF2-412B-9CFE-B673AC552019}" dt="2023-02-20T18:49:47.672" v="1252" actId="47"/>
        <pc:sldMkLst>
          <pc:docMk/>
          <pc:sldMk cId="0" sldId="275"/>
        </pc:sldMkLst>
        <pc:picChg chg="mod">
          <ac:chgData name="Narvaiz, David" userId="c8d6af77-8848-4e82-9606-f6dc21726af4" providerId="ADAL" clId="{D39E25B3-DAF2-412B-9CFE-B673AC552019}" dt="2023-02-20T18:48:43.127" v="1238"/>
          <ac:picMkLst>
            <pc:docMk/>
            <pc:sldMk cId="0" sldId="275"/>
            <ac:picMk id="2" creationId="{00000000-0000-0000-0000-000000000000}"/>
          </ac:picMkLst>
        </pc:picChg>
      </pc:sldChg>
      <pc:sldChg chg="modSp del">
        <pc:chgData name="Narvaiz, David" userId="c8d6af77-8848-4e82-9606-f6dc21726af4" providerId="ADAL" clId="{D39E25B3-DAF2-412B-9CFE-B673AC552019}" dt="2023-02-20T18:49:48.762" v="1253" actId="47"/>
        <pc:sldMkLst>
          <pc:docMk/>
          <pc:sldMk cId="0" sldId="276"/>
        </pc:sldMkLst>
        <pc:picChg chg="mod">
          <ac:chgData name="Narvaiz, David" userId="c8d6af77-8848-4e82-9606-f6dc21726af4" providerId="ADAL" clId="{D39E25B3-DAF2-412B-9CFE-B673AC552019}" dt="2023-02-20T18:49:12.943" v="1244"/>
          <ac:picMkLst>
            <pc:docMk/>
            <pc:sldMk cId="0" sldId="276"/>
            <ac:picMk id="2" creationId="{00000000-0000-0000-0000-000000000000}"/>
          </ac:picMkLst>
        </pc:picChg>
      </pc:sldChg>
      <pc:sldChg chg="del">
        <pc:chgData name="Narvaiz, David" userId="c8d6af77-8848-4e82-9606-f6dc21726af4" providerId="ADAL" clId="{D39E25B3-DAF2-412B-9CFE-B673AC552019}" dt="2023-02-20T18:52:31.949" v="1260" actId="2696"/>
        <pc:sldMkLst>
          <pc:docMk/>
          <pc:sldMk cId="0" sldId="279"/>
        </pc:sldMkLst>
      </pc:sldChg>
      <pc:sldChg chg="addSp delSp modSp mod ord">
        <pc:chgData name="Narvaiz, David" userId="c8d6af77-8848-4e82-9606-f6dc21726af4" providerId="ADAL" clId="{D39E25B3-DAF2-412B-9CFE-B673AC552019}" dt="2023-02-20T17:12:19.010" v="233" actId="20577"/>
        <pc:sldMkLst>
          <pc:docMk/>
          <pc:sldMk cId="0" sldId="280"/>
        </pc:sldMkLst>
        <pc:spChg chg="mod">
          <ac:chgData name="Narvaiz, David" userId="c8d6af77-8848-4e82-9606-f6dc21726af4" providerId="ADAL" clId="{D39E25B3-DAF2-412B-9CFE-B673AC552019}" dt="2023-02-20T17:12:19.010" v="233" actId="20577"/>
          <ac:spMkLst>
            <pc:docMk/>
            <pc:sldMk cId="0" sldId="280"/>
            <ac:spMk id="3" creationId="{00000000-0000-0000-0000-000000000000}"/>
          </ac:spMkLst>
        </pc:spChg>
        <pc:picChg chg="add del mod">
          <ac:chgData name="Narvaiz, David" userId="c8d6af77-8848-4e82-9606-f6dc21726af4" providerId="ADAL" clId="{D39E25B3-DAF2-412B-9CFE-B673AC552019}" dt="2023-02-20T16:43:10.693" v="77"/>
          <ac:picMkLst>
            <pc:docMk/>
            <pc:sldMk cId="0" sldId="280"/>
            <ac:picMk id="1026" creationId="{D69F36C4-9DDA-5257-321E-8E68E73167E3}"/>
          </ac:picMkLst>
        </pc:picChg>
        <pc:picChg chg="add del mod">
          <ac:chgData name="Narvaiz, David" userId="c8d6af77-8848-4e82-9606-f6dc21726af4" providerId="ADAL" clId="{D39E25B3-DAF2-412B-9CFE-B673AC552019}" dt="2023-02-20T17:11:33.208" v="222" actId="478"/>
          <ac:picMkLst>
            <pc:docMk/>
            <pc:sldMk cId="0" sldId="280"/>
            <ac:picMk id="1028" creationId="{669FB033-45CD-786F-FB91-42E4C3711D91}"/>
          </ac:picMkLst>
        </pc:pic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81"/>
        </pc:sldMkLst>
      </pc:sldChg>
      <pc:sldChg chg="modSp mod ord">
        <pc:chgData name="Narvaiz, David" userId="c8d6af77-8848-4e82-9606-f6dc21726af4" providerId="ADAL" clId="{D39E25B3-DAF2-412B-9CFE-B673AC552019}" dt="2023-02-20T19:04:57.626" v="1554" actId="20577"/>
        <pc:sldMkLst>
          <pc:docMk/>
          <pc:sldMk cId="0" sldId="282"/>
        </pc:sldMkLst>
        <pc:spChg chg="mod">
          <ac:chgData name="Narvaiz, David" userId="c8d6af77-8848-4e82-9606-f6dc21726af4" providerId="ADAL" clId="{D39E25B3-DAF2-412B-9CFE-B673AC552019}" dt="2023-02-20T19:04:57.626" v="1554" actId="20577"/>
          <ac:spMkLst>
            <pc:docMk/>
            <pc:sldMk cId="0" sldId="282"/>
            <ac:spMk id="2" creationId="{00000000-0000-0000-0000-000000000000}"/>
          </ac:spMkLst>
        </pc:spChg>
      </pc:sldChg>
      <pc:sldChg chg="addSp delSp modSp mod ord">
        <pc:chgData name="Narvaiz, David" userId="c8d6af77-8848-4e82-9606-f6dc21726af4" providerId="ADAL" clId="{D39E25B3-DAF2-412B-9CFE-B673AC552019}" dt="2023-02-20T19:18:52.761" v="1612" actId="207"/>
        <pc:sldMkLst>
          <pc:docMk/>
          <pc:sldMk cId="0" sldId="283"/>
        </pc:sldMkLst>
        <pc:spChg chg="mod">
          <ac:chgData name="Narvaiz, David" userId="c8d6af77-8848-4e82-9606-f6dc21726af4" providerId="ADAL" clId="{D39E25B3-DAF2-412B-9CFE-B673AC552019}" dt="2023-02-20T19:13:50.691" v="1572" actId="20577"/>
          <ac:spMkLst>
            <pc:docMk/>
            <pc:sldMk cId="0" sldId="283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9:18:52.761" v="1612" actId="207"/>
          <ac:spMkLst>
            <pc:docMk/>
            <pc:sldMk cId="0" sldId="283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D39E25B3-DAF2-412B-9CFE-B673AC552019}" dt="2023-02-20T19:15:06.458" v="1611" actId="478"/>
          <ac:spMkLst>
            <pc:docMk/>
            <pc:sldMk cId="0" sldId="283"/>
            <ac:spMk id="4" creationId="{EC109CB6-5216-872D-E134-8E331C7A6436}"/>
          </ac:spMkLst>
        </pc:sp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84"/>
        </pc:sldMkLst>
      </pc:sldChg>
      <pc:sldChg chg="addSp delSp modSp mod ord">
        <pc:chgData name="Narvaiz, David" userId="c8d6af77-8848-4e82-9606-f6dc21726af4" providerId="ADAL" clId="{D39E25B3-DAF2-412B-9CFE-B673AC552019}" dt="2023-02-20T19:28:08.796" v="1684" actId="1076"/>
        <pc:sldMkLst>
          <pc:docMk/>
          <pc:sldMk cId="0" sldId="285"/>
        </pc:sldMkLst>
        <pc:spChg chg="mod">
          <ac:chgData name="Narvaiz, David" userId="c8d6af77-8848-4e82-9606-f6dc21726af4" providerId="ADAL" clId="{D39E25B3-DAF2-412B-9CFE-B673AC552019}" dt="2023-02-20T19:27:08.371" v="1670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9:27:04.211" v="1669" actId="1076"/>
          <ac:spMkLst>
            <pc:docMk/>
            <pc:sldMk cId="0" sldId="285"/>
            <ac:spMk id="3" creationId="{00000000-0000-0000-0000-000000000000}"/>
          </ac:spMkLst>
        </pc:spChg>
        <pc:spChg chg="add del mod">
          <ac:chgData name="Narvaiz, David" userId="c8d6af77-8848-4e82-9606-f6dc21726af4" providerId="ADAL" clId="{D39E25B3-DAF2-412B-9CFE-B673AC552019}" dt="2023-02-20T19:23:07.196" v="1622"/>
          <ac:spMkLst>
            <pc:docMk/>
            <pc:sldMk cId="0" sldId="285"/>
            <ac:spMk id="4" creationId="{DC4B3C57-5356-8071-A523-9ACCE681C816}"/>
          </ac:spMkLst>
        </pc:spChg>
        <pc:spChg chg="add mod">
          <ac:chgData name="Narvaiz, David" userId="c8d6af77-8848-4e82-9606-f6dc21726af4" providerId="ADAL" clId="{D39E25B3-DAF2-412B-9CFE-B673AC552019}" dt="2023-02-20T19:27:52.477" v="1679" actId="1036"/>
          <ac:spMkLst>
            <pc:docMk/>
            <pc:sldMk cId="0" sldId="285"/>
            <ac:spMk id="5" creationId="{F288EEEC-9D6E-1E85-C05D-EE6D47BEFD7D}"/>
          </ac:spMkLst>
        </pc:spChg>
        <pc:spChg chg="add mod">
          <ac:chgData name="Narvaiz, David" userId="c8d6af77-8848-4e82-9606-f6dc21726af4" providerId="ADAL" clId="{D39E25B3-DAF2-412B-9CFE-B673AC552019}" dt="2023-02-20T19:27:49.723" v="1677" actId="1036"/>
          <ac:spMkLst>
            <pc:docMk/>
            <pc:sldMk cId="0" sldId="285"/>
            <ac:spMk id="7" creationId="{2002299F-9E5E-CF27-AFC9-37B2FD522308}"/>
          </ac:spMkLst>
        </pc:spChg>
        <pc:picChg chg="add mod">
          <ac:chgData name="Narvaiz, David" userId="c8d6af77-8848-4e82-9606-f6dc21726af4" providerId="ADAL" clId="{D39E25B3-DAF2-412B-9CFE-B673AC552019}" dt="2023-02-20T19:27:57.099" v="1680" actId="1076"/>
          <ac:picMkLst>
            <pc:docMk/>
            <pc:sldMk cId="0" sldId="285"/>
            <ac:picMk id="6" creationId="{BCBBA926-7318-9B21-33E1-7A42482E80AC}"/>
          </ac:picMkLst>
        </pc:picChg>
        <pc:picChg chg="add mod">
          <ac:chgData name="Narvaiz, David" userId="c8d6af77-8848-4e82-9606-f6dc21726af4" providerId="ADAL" clId="{D39E25B3-DAF2-412B-9CFE-B673AC552019}" dt="2023-02-20T19:28:08.796" v="1684" actId="1076"/>
          <ac:picMkLst>
            <pc:docMk/>
            <pc:sldMk cId="0" sldId="285"/>
            <ac:picMk id="8" creationId="{787FCFAC-5FC2-7405-56F1-899BD4DA63DE}"/>
          </ac:picMkLst>
        </pc:picChg>
      </pc:sldChg>
      <pc:sldChg chg="del ord">
        <pc:chgData name="Narvaiz, David" userId="c8d6af77-8848-4e82-9606-f6dc21726af4" providerId="ADAL" clId="{D39E25B3-DAF2-412B-9CFE-B673AC552019}" dt="2023-02-20T19:24:12.736" v="1648" actId="47"/>
        <pc:sldMkLst>
          <pc:docMk/>
          <pc:sldMk cId="0" sldId="286"/>
        </pc:sldMkLst>
      </pc:sldChg>
      <pc:sldChg chg="del ord">
        <pc:chgData name="Narvaiz, David" userId="c8d6af77-8848-4e82-9606-f6dc21726af4" providerId="ADAL" clId="{D39E25B3-DAF2-412B-9CFE-B673AC552019}" dt="2023-02-20T19:25:33.509" v="1655" actId="47"/>
        <pc:sldMkLst>
          <pc:docMk/>
          <pc:sldMk cId="0" sldId="287"/>
        </pc:sldMkLst>
      </pc:sldChg>
      <pc:sldChg chg="delSp modSp del mod ord">
        <pc:chgData name="Narvaiz, David" userId="c8d6af77-8848-4e82-9606-f6dc21726af4" providerId="ADAL" clId="{D39E25B3-DAF2-412B-9CFE-B673AC552019}" dt="2023-02-20T19:28:12.151" v="1685" actId="47"/>
        <pc:sldMkLst>
          <pc:docMk/>
          <pc:sldMk cId="0" sldId="288"/>
        </pc:sldMkLst>
        <pc:spChg chg="del mod">
          <ac:chgData name="Narvaiz, David" userId="c8d6af77-8848-4e82-9606-f6dc21726af4" providerId="ADAL" clId="{D39E25B3-DAF2-412B-9CFE-B673AC552019}" dt="2023-02-20T19:26:46.554" v="1666" actId="21"/>
          <ac:spMkLst>
            <pc:docMk/>
            <pc:sldMk cId="0" sldId="288"/>
            <ac:spMk id="2" creationId="{00000000-0000-0000-0000-000000000000}"/>
          </ac:spMkLst>
        </pc:spChg>
      </pc:sldChg>
      <pc:sldChg chg="addSp modSp mod ord">
        <pc:chgData name="Narvaiz, David" userId="c8d6af77-8848-4e82-9606-f6dc21726af4" providerId="ADAL" clId="{D39E25B3-DAF2-412B-9CFE-B673AC552019}" dt="2023-02-20T19:30:02.003" v="1709" actId="1036"/>
        <pc:sldMkLst>
          <pc:docMk/>
          <pc:sldMk cId="0" sldId="289"/>
        </pc:sldMkLst>
        <pc:spChg chg="mod">
          <ac:chgData name="Narvaiz, David" userId="c8d6af77-8848-4e82-9606-f6dc21726af4" providerId="ADAL" clId="{D39E25B3-DAF2-412B-9CFE-B673AC552019}" dt="2023-02-20T19:29:55.803" v="1702" actId="403"/>
          <ac:spMkLst>
            <pc:docMk/>
            <pc:sldMk cId="0" sldId="289"/>
            <ac:spMk id="3" creationId="{00000000-0000-0000-0000-000000000000}"/>
          </ac:spMkLst>
        </pc:spChg>
        <pc:spChg chg="add mod">
          <ac:chgData name="Narvaiz, David" userId="c8d6af77-8848-4e82-9606-f6dc21726af4" providerId="ADAL" clId="{D39E25B3-DAF2-412B-9CFE-B673AC552019}" dt="2023-02-20T19:30:02.003" v="1709" actId="1036"/>
          <ac:spMkLst>
            <pc:docMk/>
            <pc:sldMk cId="0" sldId="289"/>
            <ac:spMk id="4" creationId="{F2492366-A0C3-CD71-4FDE-A2A7ABC59E9D}"/>
          </ac:spMkLst>
        </pc:spChg>
      </pc:sldChg>
      <pc:sldChg chg="del ord">
        <pc:chgData name="Narvaiz, David" userId="c8d6af77-8848-4e82-9606-f6dc21726af4" providerId="ADAL" clId="{D39E25B3-DAF2-412B-9CFE-B673AC552019}" dt="2023-02-20T19:30:18.363" v="1710" actId="47"/>
        <pc:sldMkLst>
          <pc:docMk/>
          <pc:sldMk cId="0" sldId="290"/>
        </pc:sldMkLst>
      </pc:sldChg>
      <pc:sldChg chg="modSp mod ord">
        <pc:chgData name="Narvaiz, David" userId="c8d6af77-8848-4e82-9606-f6dc21726af4" providerId="ADAL" clId="{D39E25B3-DAF2-412B-9CFE-B673AC552019}" dt="2023-02-20T19:32:41.816" v="1711" actId="6549"/>
        <pc:sldMkLst>
          <pc:docMk/>
          <pc:sldMk cId="0" sldId="291"/>
        </pc:sldMkLst>
        <pc:spChg chg="mod">
          <ac:chgData name="Narvaiz, David" userId="c8d6af77-8848-4e82-9606-f6dc21726af4" providerId="ADAL" clId="{D39E25B3-DAF2-412B-9CFE-B673AC552019}" dt="2023-02-20T19:32:41.816" v="1711" actId="6549"/>
          <ac:spMkLst>
            <pc:docMk/>
            <pc:sldMk cId="0" sldId="291"/>
            <ac:spMk id="3" creationId="{00000000-0000-0000-0000-000000000000}"/>
          </ac:spMkLst>
        </pc:spChg>
      </pc:sldChg>
      <pc:sldChg chg="ord">
        <pc:chgData name="Narvaiz, David" userId="c8d6af77-8848-4e82-9606-f6dc21726af4" providerId="ADAL" clId="{D39E25B3-DAF2-412B-9CFE-B673AC552019}" dt="2023-02-20T18:55:26.539" v="1262"/>
        <pc:sldMkLst>
          <pc:docMk/>
          <pc:sldMk cId="0" sldId="292"/>
        </pc:sldMkLst>
      </pc:sldChg>
      <pc:sldChg chg="modSp mod ord">
        <pc:chgData name="Narvaiz, David" userId="c8d6af77-8848-4e82-9606-f6dc21726af4" providerId="ADAL" clId="{D39E25B3-DAF2-412B-9CFE-B673AC552019}" dt="2023-02-20T18:55:26.539" v="1262"/>
        <pc:sldMkLst>
          <pc:docMk/>
          <pc:sldMk cId="0" sldId="293"/>
        </pc:sldMkLst>
        <pc:spChg chg="mod">
          <ac:chgData name="Narvaiz, David" userId="c8d6af77-8848-4e82-9606-f6dc21726af4" providerId="ADAL" clId="{D39E25B3-DAF2-412B-9CFE-B673AC552019}" dt="2023-02-20T16:51:03.374" v="159" actId="6549"/>
          <ac:spMkLst>
            <pc:docMk/>
            <pc:sldMk cId="0" sldId="293"/>
            <ac:spMk id="3" creationId="{00000000-0000-0000-0000-000000000000}"/>
          </ac:spMkLst>
        </pc:spChg>
      </pc:sldChg>
      <pc:sldChg chg="addSp delSp modSp del mod delAnim">
        <pc:chgData name="Narvaiz, David" userId="c8d6af77-8848-4e82-9606-f6dc21726af4" providerId="ADAL" clId="{D39E25B3-DAF2-412B-9CFE-B673AC552019}" dt="2023-02-20T17:36:27.486" v="261" actId="2696"/>
        <pc:sldMkLst>
          <pc:docMk/>
          <pc:sldMk cId="2727863645" sldId="294"/>
        </pc:sldMkLst>
        <pc:spChg chg="add mod">
          <ac:chgData name="Narvaiz, David" userId="c8d6af77-8848-4e82-9606-f6dc21726af4" providerId="ADAL" clId="{D39E25B3-DAF2-412B-9CFE-B673AC552019}" dt="2023-02-20T17:23:46.629" v="260" actId="14100"/>
          <ac:spMkLst>
            <pc:docMk/>
            <pc:sldMk cId="2727863645" sldId="294"/>
            <ac:spMk id="3" creationId="{297973BA-DA16-E48F-8C92-50AB758F6366}"/>
          </ac:spMkLst>
        </pc:spChg>
        <pc:picChg chg="del">
          <ac:chgData name="Narvaiz, David" userId="c8d6af77-8848-4e82-9606-f6dc21726af4" providerId="ADAL" clId="{D39E25B3-DAF2-412B-9CFE-B673AC552019}" dt="2023-02-20T17:23:36.879" v="258" actId="478"/>
          <ac:picMkLst>
            <pc:docMk/>
            <pc:sldMk cId="2727863645" sldId="294"/>
            <ac:picMk id="6" creationId="{11B805A3-78CD-64FE-7A00-8767AA7F1B42}"/>
          </ac:picMkLst>
        </pc:picChg>
      </pc:sldChg>
      <pc:sldChg chg="addSp delSp modSp mod delAnim">
        <pc:chgData name="Narvaiz, David" userId="c8d6af77-8848-4e82-9606-f6dc21726af4" providerId="ADAL" clId="{D39E25B3-DAF2-412B-9CFE-B673AC552019}" dt="2023-02-20T18:34:31.239" v="1195" actId="14100"/>
        <pc:sldMkLst>
          <pc:docMk/>
          <pc:sldMk cId="317332581" sldId="295"/>
        </pc:sldMkLst>
        <pc:spChg chg="add mod">
          <ac:chgData name="Narvaiz, David" userId="c8d6af77-8848-4e82-9606-f6dc21726af4" providerId="ADAL" clId="{D39E25B3-DAF2-412B-9CFE-B673AC552019}" dt="2023-02-20T18:34:31.239" v="1195" actId="14100"/>
          <ac:spMkLst>
            <pc:docMk/>
            <pc:sldMk cId="317332581" sldId="295"/>
            <ac:spMk id="3" creationId="{AC1C904E-6C20-3272-8B1B-210F8DE1150B}"/>
          </ac:spMkLst>
        </pc:spChg>
        <pc:picChg chg="del">
          <ac:chgData name="Narvaiz, David" userId="c8d6af77-8848-4e82-9606-f6dc21726af4" providerId="ADAL" clId="{D39E25B3-DAF2-412B-9CFE-B673AC552019}" dt="2023-02-20T18:34:23.584" v="1192" actId="478"/>
          <ac:picMkLst>
            <pc:docMk/>
            <pc:sldMk cId="317332581" sldId="295"/>
            <ac:picMk id="4" creationId="{5FB6E524-1129-0182-4A41-A576C4DA0643}"/>
          </ac:picMkLst>
        </pc:picChg>
      </pc:sldChg>
      <pc:sldChg chg="addSp delSp modSp mod">
        <pc:chgData name="Narvaiz, David" userId="c8d6af77-8848-4e82-9606-f6dc21726af4" providerId="ADAL" clId="{D39E25B3-DAF2-412B-9CFE-B673AC552019}" dt="2023-02-20T18:52:23.745" v="1259" actId="1076"/>
        <pc:sldMkLst>
          <pc:docMk/>
          <pc:sldMk cId="2679604232" sldId="296"/>
        </pc:sldMkLst>
        <pc:picChg chg="del">
          <ac:chgData name="Narvaiz, David" userId="c8d6af77-8848-4e82-9606-f6dc21726af4" providerId="ADAL" clId="{D39E25B3-DAF2-412B-9CFE-B673AC552019}" dt="2023-02-20T18:52:10.048" v="1256" actId="478"/>
          <ac:picMkLst>
            <pc:docMk/>
            <pc:sldMk cId="2679604232" sldId="296"/>
            <ac:picMk id="4" creationId="{0FA8B671-7F5F-A7D8-8EE2-38F75B114B2A}"/>
          </ac:picMkLst>
        </pc:picChg>
        <pc:picChg chg="add mod">
          <ac:chgData name="Narvaiz, David" userId="c8d6af77-8848-4e82-9606-f6dc21726af4" providerId="ADAL" clId="{D39E25B3-DAF2-412B-9CFE-B673AC552019}" dt="2023-02-20T18:52:23.745" v="1259" actId="1076"/>
          <ac:picMkLst>
            <pc:docMk/>
            <pc:sldMk cId="2679604232" sldId="296"/>
            <ac:picMk id="5" creationId="{24398D4A-2B79-1C12-C955-0FDF9FA3C293}"/>
          </ac:picMkLst>
        </pc:picChg>
      </pc:sldChg>
      <pc:sldChg chg="addSp modSp mod ord">
        <pc:chgData name="Narvaiz, David" userId="c8d6af77-8848-4e82-9606-f6dc21726af4" providerId="ADAL" clId="{D39E25B3-DAF2-412B-9CFE-B673AC552019}" dt="2023-02-20T17:13:55.975" v="256" actId="313"/>
        <pc:sldMkLst>
          <pc:docMk/>
          <pc:sldMk cId="3759468403" sldId="297"/>
        </pc:sldMkLst>
        <pc:spChg chg="mod">
          <ac:chgData name="Narvaiz, David" userId="c8d6af77-8848-4e82-9606-f6dc21726af4" providerId="ADAL" clId="{D39E25B3-DAF2-412B-9CFE-B673AC552019}" dt="2023-02-20T17:13:55.975" v="256" actId="313"/>
          <ac:spMkLst>
            <pc:docMk/>
            <pc:sldMk cId="3759468403" sldId="297"/>
            <ac:spMk id="3" creationId="{00000000-0000-0000-0000-000000000000}"/>
          </ac:spMkLst>
        </pc:spChg>
        <pc:picChg chg="add mod">
          <ac:chgData name="Narvaiz, David" userId="c8d6af77-8848-4e82-9606-f6dc21726af4" providerId="ADAL" clId="{D39E25B3-DAF2-412B-9CFE-B673AC552019}" dt="2023-02-20T16:44:43.151" v="113"/>
          <ac:picMkLst>
            <pc:docMk/>
            <pc:sldMk cId="3759468403" sldId="297"/>
            <ac:picMk id="4" creationId="{91EE37CB-ED9F-AB9A-844B-899DA0DBCA24}"/>
          </ac:picMkLst>
        </pc:picChg>
      </pc:sldChg>
      <pc:sldChg chg="addSp delSp modSp mod ord delAnim">
        <pc:chgData name="Narvaiz, David" userId="c8d6af77-8848-4e82-9606-f6dc21726af4" providerId="ADAL" clId="{D39E25B3-DAF2-412B-9CFE-B673AC552019}" dt="2023-02-20T19:19:58.643" v="1617" actId="1076"/>
        <pc:sldMkLst>
          <pc:docMk/>
          <pc:sldMk cId="2579690083" sldId="298"/>
        </pc:sldMkLst>
        <pc:spChg chg="add mod">
          <ac:chgData name="Narvaiz, David" userId="c8d6af77-8848-4e82-9606-f6dc21726af4" providerId="ADAL" clId="{D39E25B3-DAF2-412B-9CFE-B673AC552019}" dt="2023-02-20T19:19:58.643" v="1617" actId="1076"/>
          <ac:spMkLst>
            <pc:docMk/>
            <pc:sldMk cId="2579690083" sldId="298"/>
            <ac:spMk id="3" creationId="{3A71B7AA-E94C-8879-EE20-152E766E1E28}"/>
          </ac:spMkLst>
        </pc:spChg>
        <pc:picChg chg="del">
          <ac:chgData name="Narvaiz, David" userId="c8d6af77-8848-4e82-9606-f6dc21726af4" providerId="ADAL" clId="{D39E25B3-DAF2-412B-9CFE-B673AC552019}" dt="2023-02-20T19:19:50.780" v="1613" actId="478"/>
          <ac:picMkLst>
            <pc:docMk/>
            <pc:sldMk cId="2579690083" sldId="298"/>
            <ac:picMk id="4" creationId="{689F0FF5-FBC5-71B5-19B9-30B735131BDE}"/>
          </ac:picMkLst>
        </pc:picChg>
      </pc:sldChg>
      <pc:sldChg chg="del ord">
        <pc:chgData name="Narvaiz, David" userId="c8d6af77-8848-4e82-9606-f6dc21726af4" providerId="ADAL" clId="{D39E25B3-DAF2-412B-9CFE-B673AC552019}" dt="2023-02-20T19:25:34.980" v="1656" actId="47"/>
        <pc:sldMkLst>
          <pc:docMk/>
          <pc:sldMk cId="2476515237" sldId="299"/>
        </pc:sldMkLst>
      </pc:sldChg>
      <pc:sldChg chg="delSp del mod ord">
        <pc:chgData name="Narvaiz, David" userId="c8d6af77-8848-4e82-9606-f6dc21726af4" providerId="ADAL" clId="{D39E25B3-DAF2-412B-9CFE-B673AC552019}" dt="2023-02-20T19:28:13.387" v="1686" actId="47"/>
        <pc:sldMkLst>
          <pc:docMk/>
          <pc:sldMk cId="1396967686" sldId="300"/>
        </pc:sldMkLst>
        <pc:picChg chg="del">
          <ac:chgData name="Narvaiz, David" userId="c8d6af77-8848-4e82-9606-f6dc21726af4" providerId="ADAL" clId="{D39E25B3-DAF2-412B-9CFE-B673AC552019}" dt="2023-02-20T19:28:00.552" v="1681" actId="21"/>
          <ac:picMkLst>
            <pc:docMk/>
            <pc:sldMk cId="1396967686" sldId="300"/>
            <ac:picMk id="4" creationId="{0E450A70-7E58-8736-8EEE-34465DEC1637}"/>
          </ac:picMkLst>
        </pc:picChg>
      </pc:sldChg>
      <pc:sldChg chg="new del ord">
        <pc:chgData name="Narvaiz, David" userId="c8d6af77-8848-4e82-9606-f6dc21726af4" providerId="ADAL" clId="{D39E25B3-DAF2-412B-9CFE-B673AC552019}" dt="2023-02-20T16:35:24.813" v="7" actId="2696"/>
        <pc:sldMkLst>
          <pc:docMk/>
          <pc:sldMk cId="8144896" sldId="301"/>
        </pc:sldMkLst>
      </pc:sldChg>
      <pc:sldChg chg="modSp add del mod ord">
        <pc:chgData name="Narvaiz, David" userId="c8d6af77-8848-4e82-9606-f6dc21726af4" providerId="ADAL" clId="{D39E25B3-DAF2-412B-9CFE-B673AC552019}" dt="2023-02-20T16:36:56.846" v="25" actId="2696"/>
        <pc:sldMkLst>
          <pc:docMk/>
          <pc:sldMk cId="2558284801" sldId="301"/>
        </pc:sldMkLst>
        <pc:picChg chg="mod">
          <ac:chgData name="Narvaiz, David" userId="c8d6af77-8848-4e82-9606-f6dc21726af4" providerId="ADAL" clId="{D39E25B3-DAF2-412B-9CFE-B673AC552019}" dt="2023-02-20T16:35:40.216" v="11" actId="1076"/>
          <ac:picMkLst>
            <pc:docMk/>
            <pc:sldMk cId="2558284801" sldId="301"/>
            <ac:picMk id="6" creationId="{16879999-27DA-6A47-FA48-1E6F7E891F09}"/>
          </ac:picMkLst>
        </pc:picChg>
      </pc:sldChg>
      <pc:sldChg chg="addSp delSp modSp new mod modClrScheme chgLayout">
        <pc:chgData name="Narvaiz, David" userId="c8d6af77-8848-4e82-9606-f6dc21726af4" providerId="ADAL" clId="{D39E25B3-DAF2-412B-9CFE-B673AC552019}" dt="2023-02-20T16:36:46.939" v="24" actId="20577"/>
        <pc:sldMkLst>
          <pc:docMk/>
          <pc:sldMk cId="2426096873" sldId="302"/>
        </pc:sldMkLst>
        <pc:spChg chg="del">
          <ac:chgData name="Narvaiz, David" userId="c8d6af77-8848-4e82-9606-f6dc21726af4" providerId="ADAL" clId="{D39E25B3-DAF2-412B-9CFE-B673AC552019}" dt="2023-02-20T16:35:58.783" v="15" actId="700"/>
          <ac:spMkLst>
            <pc:docMk/>
            <pc:sldMk cId="2426096873" sldId="302"/>
            <ac:spMk id="2" creationId="{AAAA5BEC-464C-4086-B6A0-2ED341CC5D0E}"/>
          </ac:spMkLst>
        </pc:spChg>
        <pc:spChg chg="add mod">
          <ac:chgData name="Narvaiz, David" userId="c8d6af77-8848-4e82-9606-f6dc21726af4" providerId="ADAL" clId="{D39E25B3-DAF2-412B-9CFE-B673AC552019}" dt="2023-02-20T16:36:14.632" v="18" actId="208"/>
          <ac:spMkLst>
            <pc:docMk/>
            <pc:sldMk cId="2426096873" sldId="302"/>
            <ac:spMk id="3" creationId="{7A33ED68-9178-8421-4BAF-A74BF0984C63}"/>
          </ac:spMkLst>
        </pc:spChg>
        <pc:spChg chg="add mod">
          <ac:chgData name="Narvaiz, David" userId="c8d6af77-8848-4e82-9606-f6dc21726af4" providerId="ADAL" clId="{D39E25B3-DAF2-412B-9CFE-B673AC552019}" dt="2023-02-20T16:36:19.192" v="20" actId="1076"/>
          <ac:spMkLst>
            <pc:docMk/>
            <pc:sldMk cId="2426096873" sldId="302"/>
            <ac:spMk id="4" creationId="{64A8D194-8267-EAA0-1B44-4A6513D4494B}"/>
          </ac:spMkLst>
        </pc:spChg>
        <pc:spChg chg="add mod">
          <ac:chgData name="Narvaiz, David" userId="c8d6af77-8848-4e82-9606-f6dc21726af4" providerId="ADAL" clId="{D39E25B3-DAF2-412B-9CFE-B673AC552019}" dt="2023-02-20T16:36:46.939" v="24" actId="20577"/>
          <ac:spMkLst>
            <pc:docMk/>
            <pc:sldMk cId="2426096873" sldId="302"/>
            <ac:spMk id="6" creationId="{5FC1EEDE-1D32-67A1-9247-3A14FF3CD045}"/>
          </ac:spMkLst>
        </pc:spChg>
        <pc:picChg chg="add mod">
          <ac:chgData name="Narvaiz, David" userId="c8d6af77-8848-4e82-9606-f6dc21726af4" providerId="ADAL" clId="{D39E25B3-DAF2-412B-9CFE-B673AC552019}" dt="2023-02-20T16:36:25.148" v="21"/>
          <ac:picMkLst>
            <pc:docMk/>
            <pc:sldMk cId="2426096873" sldId="302"/>
            <ac:picMk id="5" creationId="{F7C1EAEB-D50F-7B58-0724-68A95F6A9F84}"/>
          </ac:picMkLst>
        </pc:picChg>
      </pc:sldChg>
      <pc:sldChg chg="modSp add del mod">
        <pc:chgData name="Narvaiz, David" userId="c8d6af77-8848-4e82-9606-f6dc21726af4" providerId="ADAL" clId="{D39E25B3-DAF2-412B-9CFE-B673AC552019}" dt="2023-02-20T16:35:20.460" v="6"/>
        <pc:sldMkLst>
          <pc:docMk/>
          <pc:sldMk cId="2558284801" sldId="302"/>
        </pc:sldMkLst>
        <pc:picChg chg="mod">
          <ac:chgData name="Narvaiz, David" userId="c8d6af77-8848-4e82-9606-f6dc21726af4" providerId="ADAL" clId="{D39E25B3-DAF2-412B-9CFE-B673AC552019}" dt="2023-02-20T16:35:19.930" v="5" actId="1076"/>
          <ac:picMkLst>
            <pc:docMk/>
            <pc:sldMk cId="2558284801" sldId="302"/>
            <ac:picMk id="6" creationId="{16879999-27DA-6A47-FA48-1E6F7E891F09}"/>
          </ac:picMkLst>
        </pc:picChg>
      </pc:sldChg>
      <pc:sldChg chg="addSp delSp modSp add mod ord">
        <pc:chgData name="Narvaiz, David" userId="c8d6af77-8848-4e82-9606-f6dc21726af4" providerId="ADAL" clId="{D39E25B3-DAF2-412B-9CFE-B673AC552019}" dt="2023-02-20T19:34:48.154" v="1714" actId="21"/>
        <pc:sldMkLst>
          <pc:docMk/>
          <pc:sldMk cId="2635807547" sldId="303"/>
        </pc:sldMkLst>
        <pc:spChg chg="add del mod">
          <ac:chgData name="Narvaiz, David" userId="c8d6af77-8848-4e82-9606-f6dc21726af4" providerId="ADAL" clId="{D39E25B3-DAF2-412B-9CFE-B673AC552019}" dt="2023-02-20T19:34:48.154" v="1714" actId="21"/>
          <ac:spMkLst>
            <pc:docMk/>
            <pc:sldMk cId="2635807547" sldId="303"/>
            <ac:spMk id="6" creationId="{E05CA713-94CE-E4DA-2EAE-75F9EE8AF252}"/>
          </ac:spMkLst>
        </pc:spChg>
        <pc:picChg chg="add mod modCrop">
          <ac:chgData name="Narvaiz, David" userId="c8d6af77-8848-4e82-9606-f6dc21726af4" providerId="ADAL" clId="{D39E25B3-DAF2-412B-9CFE-B673AC552019}" dt="2023-02-20T16:55:41.406" v="168" actId="1076"/>
          <ac:picMkLst>
            <pc:docMk/>
            <pc:sldMk cId="2635807547" sldId="303"/>
            <ac:picMk id="4" creationId="{959650B7-3CF6-EE1C-D1E1-0727B56EA461}"/>
          </ac:picMkLst>
        </pc:picChg>
      </pc:sldChg>
      <pc:sldChg chg="addSp delSp modSp add mod ord">
        <pc:chgData name="Narvaiz, David" userId="c8d6af77-8848-4e82-9606-f6dc21726af4" providerId="ADAL" clId="{D39E25B3-DAF2-412B-9CFE-B673AC552019}" dt="2023-02-20T19:35:03.160" v="1717" actId="114"/>
        <pc:sldMkLst>
          <pc:docMk/>
          <pc:sldMk cId="1379235316" sldId="304"/>
        </pc:sldMkLst>
        <pc:spChg chg="add mod">
          <ac:chgData name="Narvaiz, David" userId="c8d6af77-8848-4e82-9606-f6dc21726af4" providerId="ADAL" clId="{D39E25B3-DAF2-412B-9CFE-B673AC552019}" dt="2023-02-20T19:35:03.160" v="1717" actId="114"/>
          <ac:spMkLst>
            <pc:docMk/>
            <pc:sldMk cId="1379235316" sldId="304"/>
            <ac:spMk id="5" creationId="{250AD2CA-AC65-7571-852E-CE02CC5A52E8}"/>
          </ac:spMkLst>
        </pc:spChg>
        <pc:picChg chg="del">
          <ac:chgData name="Narvaiz, David" userId="c8d6af77-8848-4e82-9606-f6dc21726af4" providerId="ADAL" clId="{D39E25B3-DAF2-412B-9CFE-B673AC552019}" dt="2023-02-20T16:56:20.758" v="170" actId="478"/>
          <ac:picMkLst>
            <pc:docMk/>
            <pc:sldMk cId="1379235316" sldId="304"/>
            <ac:picMk id="4" creationId="{959650B7-3CF6-EE1C-D1E1-0727B56EA461}"/>
          </ac:picMkLst>
        </pc:picChg>
        <pc:picChg chg="add mod">
          <ac:chgData name="Narvaiz, David" userId="c8d6af77-8848-4e82-9606-f6dc21726af4" providerId="ADAL" clId="{D39E25B3-DAF2-412B-9CFE-B673AC552019}" dt="2023-02-20T16:56:28.005" v="174" actId="1076"/>
          <ac:picMkLst>
            <pc:docMk/>
            <pc:sldMk cId="1379235316" sldId="304"/>
            <ac:picMk id="2050" creationId="{7EBB0157-AD6D-92A6-6A92-E78C8F1157DF}"/>
          </ac:picMkLst>
        </pc:picChg>
      </pc:sldChg>
      <pc:sldChg chg="modSp add mod ord">
        <pc:chgData name="Narvaiz, David" userId="c8d6af77-8848-4e82-9606-f6dc21726af4" providerId="ADAL" clId="{D39E25B3-DAF2-412B-9CFE-B673AC552019}" dt="2023-02-20T18:55:26.539" v="1262"/>
        <pc:sldMkLst>
          <pc:docMk/>
          <pc:sldMk cId="1187844157" sldId="305"/>
        </pc:sldMkLst>
        <pc:spChg chg="mod">
          <ac:chgData name="Narvaiz, David" userId="c8d6af77-8848-4e82-9606-f6dc21726af4" providerId="ADAL" clId="{D39E25B3-DAF2-412B-9CFE-B673AC552019}" dt="2023-02-20T16:56:52.146" v="176" actId="20577"/>
          <ac:spMkLst>
            <pc:docMk/>
            <pc:sldMk cId="1187844157" sldId="305"/>
            <ac:spMk id="3" creationId="{00000000-0000-0000-0000-000000000000}"/>
          </ac:spMkLst>
        </pc:spChg>
      </pc:sldChg>
      <pc:sldChg chg="modSp add mod">
        <pc:chgData name="Narvaiz, David" userId="c8d6af77-8848-4e82-9606-f6dc21726af4" providerId="ADAL" clId="{D39E25B3-DAF2-412B-9CFE-B673AC552019}" dt="2023-02-20T18:56:19.129" v="1349" actId="14100"/>
        <pc:sldMkLst>
          <pc:docMk/>
          <pc:sldMk cId="1318373426" sldId="306"/>
        </pc:sldMkLst>
        <pc:spChg chg="mod">
          <ac:chgData name="Narvaiz, David" userId="c8d6af77-8848-4e82-9606-f6dc21726af4" providerId="ADAL" clId="{D39E25B3-DAF2-412B-9CFE-B673AC552019}" dt="2023-02-20T17:03:36.568" v="207" actId="14100"/>
          <ac:spMkLst>
            <pc:docMk/>
            <pc:sldMk cId="1318373426" sldId="306"/>
            <ac:spMk id="2" creationId="{00000000-0000-0000-0000-000000000000}"/>
          </ac:spMkLst>
        </pc:spChg>
        <pc:spChg chg="mod">
          <ac:chgData name="Narvaiz, David" userId="c8d6af77-8848-4e82-9606-f6dc21726af4" providerId="ADAL" clId="{D39E25B3-DAF2-412B-9CFE-B673AC552019}" dt="2023-02-20T18:56:19.129" v="1349" actId="14100"/>
          <ac:spMkLst>
            <pc:docMk/>
            <pc:sldMk cId="1318373426" sldId="306"/>
            <ac:spMk id="3" creationId="{00000000-0000-0000-0000-000000000000}"/>
          </ac:spMkLst>
        </pc:spChg>
      </pc:sldChg>
      <pc:sldChg chg="modSp add mod ord">
        <pc:chgData name="Narvaiz, David" userId="c8d6af77-8848-4e82-9606-f6dc21726af4" providerId="ADAL" clId="{D39E25B3-DAF2-412B-9CFE-B673AC552019}" dt="2023-02-20T18:55:52.937" v="1302" actId="14100"/>
        <pc:sldMkLst>
          <pc:docMk/>
          <pc:sldMk cId="230624350" sldId="307"/>
        </pc:sldMkLst>
        <pc:spChg chg="mod">
          <ac:chgData name="Narvaiz, David" userId="c8d6af77-8848-4e82-9606-f6dc21726af4" providerId="ADAL" clId="{D39E25B3-DAF2-412B-9CFE-B673AC552019}" dt="2023-02-20T18:55:52.937" v="1302" actId="14100"/>
          <ac:spMkLst>
            <pc:docMk/>
            <pc:sldMk cId="230624350" sldId="307"/>
            <ac:spMk id="3" creationId="{00000000-0000-0000-0000-000000000000}"/>
          </ac:spMkLst>
        </pc:spChg>
      </pc:sldChg>
      <pc:sldChg chg="modSp add mod">
        <pc:chgData name="Narvaiz, David" userId="c8d6af77-8848-4e82-9606-f6dc21726af4" providerId="ADAL" clId="{D39E25B3-DAF2-412B-9CFE-B673AC552019}" dt="2023-02-20T17:12:26.314" v="240" actId="20577"/>
        <pc:sldMkLst>
          <pc:docMk/>
          <pc:sldMk cId="664164195" sldId="308"/>
        </pc:sldMkLst>
        <pc:spChg chg="mod">
          <ac:chgData name="Narvaiz, David" userId="c8d6af77-8848-4e82-9606-f6dc21726af4" providerId="ADAL" clId="{D39E25B3-DAF2-412B-9CFE-B673AC552019}" dt="2023-02-20T17:12:26.314" v="240" actId="20577"/>
          <ac:spMkLst>
            <pc:docMk/>
            <pc:sldMk cId="664164195" sldId="308"/>
            <ac:spMk id="3" creationId="{00000000-0000-0000-0000-000000000000}"/>
          </ac:spMkLst>
        </pc:spChg>
      </pc:sldChg>
      <pc:sldChg chg="addSp modSp add mod">
        <pc:chgData name="Narvaiz, David" userId="c8d6af77-8848-4e82-9606-f6dc21726af4" providerId="ADAL" clId="{D39E25B3-DAF2-412B-9CFE-B673AC552019}" dt="2023-02-20T18:49:43.096" v="1251" actId="14100"/>
        <pc:sldMkLst>
          <pc:docMk/>
          <pc:sldMk cId="1588001377" sldId="309"/>
        </pc:sldMkLst>
        <pc:spChg chg="add mod">
          <ac:chgData name="Narvaiz, David" userId="c8d6af77-8848-4e82-9606-f6dc21726af4" providerId="ADAL" clId="{D39E25B3-DAF2-412B-9CFE-B673AC552019}" dt="2023-02-20T18:49:43.096" v="1251" actId="14100"/>
          <ac:spMkLst>
            <pc:docMk/>
            <pc:sldMk cId="1588001377" sldId="309"/>
            <ac:spMk id="3" creationId="{D50153AB-55B9-7661-4E66-10DA9373EE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7E8F0-C0DB-4D1B-9B0F-2E52D2CB2408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27BEA-6C28-4B44-BE21-0489CD2C5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0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4D0C-2A37-EDE9-4FE2-82087B3F0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27D13-44FE-F1F8-EC2C-76DD5EC3C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2992-C6D1-6FD9-89F5-6F55A992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48A8A-5F1A-0EBC-3300-249BD57C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EE02E-E467-6F40-26F2-F162BA5D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1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3060-A7AF-F404-CD38-76281E4C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9C53-D232-EB1D-8F56-B522F3F7F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79AF5-EAA9-A992-04AB-BAEF6A7AD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76923-7230-4DF3-2965-B1A2A433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75254-E4D6-56ED-66DB-55E4394D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3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B38E-34FA-F97B-A202-146D4527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188EB-43BC-F815-64F6-6A9899EA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41ACE-1A73-BAC7-6B79-7D1D578E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F00F2-F485-B44F-93B4-1203E33F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841AD-8E77-7EB9-BB19-6CDD0426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2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6503-1896-56CE-97CC-DEC9F9A7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41FAB-2C9E-42DF-4C13-AACAB857F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BD5B1-EEC6-B4CB-E9C7-FBE57AD6F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77D50-F4E7-3E4C-A53B-203CD404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2D9FB-8E6B-1D76-88D9-F402DE0B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501EE-E07C-FACE-3E54-AE5A5239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98A-30FC-0F91-0DFE-89D18A233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B8360-DE06-31EA-53D6-89F3F5DF9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A16FA-93CD-7343-9A8E-6C5FB8E36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B4388-055E-0134-EA0F-2DAD19FBB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220FF-A0A4-BAC6-4626-04EEDA5E6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2AF47-757A-4112-6977-94899661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5F2A9-069B-DE2F-C301-3562D3D8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D1473-9DE0-F7E8-7C73-9B697272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8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FE96-5421-EC4D-E1CC-82CB4767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2CC92-7509-38BD-0F52-4BD7EAC3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BA331-C3E5-702D-F523-8B5030BD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BE1E3-CD47-A332-2593-C78AAB19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17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CF74D-D2F5-9C24-45C2-A3FFC8A1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7982-9D3A-6674-CCF4-6DC278AD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86322-0961-F424-1C66-CB6C779E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7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2C05-0385-EAA4-9EE7-B085899B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D30B6-E8DB-7559-7FAE-777122EE7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DD1E3-2313-D9ED-45BE-F70DE1204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D937F-F66A-3585-0B5A-C245A301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F46FC-ED7E-0319-F918-8211494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95B86-8082-A783-E8B2-C18A3FDE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A364-BCAF-BB2E-FC08-220C5C70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9D3C3-2D0F-EE51-58F8-7E6494643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F5957-619E-FDD4-94EB-46CE271CE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09B8F-23CE-A0A9-5960-0B4734E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E7429-18B5-1586-FE44-3E2DBEBE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C06E2-A956-65B8-1629-EEC4B2DA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0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FAC7-1389-0313-7055-C1D6577E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B9588-D94E-DC35-0796-52852E0F0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157AB-11CA-E256-D9EF-B8467F8D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9C69E-FA0F-D25B-B5B4-E00368FA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F02C-F4E1-1A4E-38D7-7ED69D1D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0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2C885-3AA4-C006-EFAE-6937B48F4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CE66C-4241-BDB0-871B-40DA55EB9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49727-046F-EA48-C5F7-E0FBC7B8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FEF4-1430-128D-E8BA-27004A7A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2A18A-FF51-5DDF-E22F-9345D0CF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6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55A16-8169-2526-41E8-6C7E8062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8885-2627-13DB-0AD3-A7776213E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25E6-B77A-9119-EAC4-2E895C5EC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B793-BA87-9D53-C33B-CF773D314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4A976-F472-ED77-C59C-961A923F3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2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139" y="474160"/>
            <a:ext cx="9450122" cy="6822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139" y="474160"/>
            <a:ext cx="9450122" cy="68222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0153AB-55B9-7661-4E66-10DA9373EEF3}"/>
              </a:ext>
            </a:extLst>
          </p:cNvPr>
          <p:cNvSpPr/>
          <p:nvPr/>
        </p:nvSpPr>
        <p:spPr>
          <a:xfrm>
            <a:off x="3581400" y="2743200"/>
            <a:ext cx="5562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0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8796" y="228600"/>
            <a:ext cx="3837206" cy="3410850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D75D2C14-9240-91C6-1AB5-DC3C267075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42399" y="228600"/>
            <a:ext cx="3870741" cy="3410851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6722BB62-4281-0D47-F751-1154FE195B6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05200" y="3962400"/>
            <a:ext cx="3627463" cy="341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Neuroradiology</dc:title>
  <cp:lastModifiedBy>Dejeux, Mariana</cp:lastModifiedBy>
  <cp:revision>4</cp:revision>
  <dcterms:created xsi:type="dcterms:W3CDTF">2022-10-03T16:27:46Z</dcterms:created>
  <dcterms:modified xsi:type="dcterms:W3CDTF">2024-02-20T22:04:34Z</dcterms:modified>
</cp:coreProperties>
</file>