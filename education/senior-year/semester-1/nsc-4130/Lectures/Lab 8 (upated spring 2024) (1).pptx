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9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5" r:id="rId7"/>
    <p:sldId id="262" r:id="rId8"/>
    <p:sldId id="263" r:id="rId9"/>
    <p:sldId id="270" r:id="rId10"/>
    <p:sldId id="282" r:id="rId11"/>
    <p:sldId id="267" r:id="rId12"/>
    <p:sldId id="268" r:id="rId13"/>
    <p:sldId id="266" r:id="rId14"/>
    <p:sldId id="284" r:id="rId15"/>
  </p:sldIdLst>
  <p:sldSz cx="10058400" cy="7772400"/>
  <p:notesSz cx="10058400" cy="7772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33" d="100"/>
          <a:sy n="133" d="100"/>
        </p:scale>
        <p:origin x="2226" y="13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rvaiz, David" userId="c8d6af77-8848-4e82-9606-f6dc21726af4" providerId="ADAL" clId="{B663581E-03D4-4EB4-86D4-EBCA5C3A4BDF}"/>
    <pc:docChg chg="undo custSel addSld delSld modSld sldOrd modMainMaster">
      <pc:chgData name="Narvaiz, David" userId="c8d6af77-8848-4e82-9606-f6dc21726af4" providerId="ADAL" clId="{B663581E-03D4-4EB4-86D4-EBCA5C3A4BDF}" dt="2022-10-24T18:59:51.581" v="384" actId="20577"/>
      <pc:docMkLst>
        <pc:docMk/>
      </pc:docMkLst>
      <pc:sldChg chg="addSp delSp modSp mod setBg addAnim delAnim">
        <pc:chgData name="Narvaiz, David" userId="c8d6af77-8848-4e82-9606-f6dc21726af4" providerId="ADAL" clId="{B663581E-03D4-4EB4-86D4-EBCA5C3A4BDF}" dt="2022-10-24T17:21:16.984" v="10"/>
        <pc:sldMkLst>
          <pc:docMk/>
          <pc:sldMk cId="0" sldId="256"/>
        </pc:sldMkLst>
        <pc:spChg chg="mod">
          <ac:chgData name="Narvaiz, David" userId="c8d6af77-8848-4e82-9606-f6dc21726af4" providerId="ADAL" clId="{B663581E-03D4-4EB4-86D4-EBCA5C3A4BDF}" dt="2022-10-24T17:21:16.984" v="10"/>
          <ac:spMkLst>
            <pc:docMk/>
            <pc:sldMk cId="0" sldId="256"/>
            <ac:spMk id="2" creationId="{00000000-0000-0000-0000-000000000000}"/>
          </ac:spMkLst>
        </pc:spChg>
        <pc:spChg chg="mod">
          <ac:chgData name="Narvaiz, David" userId="c8d6af77-8848-4e82-9606-f6dc21726af4" providerId="ADAL" clId="{B663581E-03D4-4EB4-86D4-EBCA5C3A4BDF}" dt="2022-10-24T17:21:15.369" v="8" actId="26606"/>
          <ac:spMkLst>
            <pc:docMk/>
            <pc:sldMk cId="0" sldId="256"/>
            <ac:spMk id="3" creationId="{00000000-0000-0000-0000-000000000000}"/>
          </ac:spMkLst>
        </pc:spChg>
        <pc:spChg chg="add del">
          <ac:chgData name="Narvaiz, David" userId="c8d6af77-8848-4e82-9606-f6dc21726af4" providerId="ADAL" clId="{B663581E-03D4-4EB4-86D4-EBCA5C3A4BDF}" dt="2022-10-24T17:21:06.852" v="3" actId="26606"/>
          <ac:spMkLst>
            <pc:docMk/>
            <pc:sldMk cId="0" sldId="256"/>
            <ac:spMk id="9" creationId="{2C61293E-6EBE-43EF-A52C-9BEBFD7679D4}"/>
          </ac:spMkLst>
        </pc:spChg>
        <pc:spChg chg="add del">
          <ac:chgData name="Narvaiz, David" userId="c8d6af77-8848-4e82-9606-f6dc21726af4" providerId="ADAL" clId="{B663581E-03D4-4EB4-86D4-EBCA5C3A4BDF}" dt="2022-10-24T17:21:06.852" v="3" actId="26606"/>
          <ac:spMkLst>
            <pc:docMk/>
            <pc:sldMk cId="0" sldId="256"/>
            <ac:spMk id="11" creationId="{21540236-BFD5-4A9D-8840-4703E7F76825}"/>
          </ac:spMkLst>
        </pc:spChg>
        <pc:spChg chg="add del">
          <ac:chgData name="Narvaiz, David" userId="c8d6af77-8848-4e82-9606-f6dc21726af4" providerId="ADAL" clId="{B663581E-03D4-4EB4-86D4-EBCA5C3A4BDF}" dt="2022-10-24T17:21:15.369" v="8" actId="26606"/>
          <ac:spMkLst>
            <pc:docMk/>
            <pc:sldMk cId="0" sldId="256"/>
            <ac:spMk id="16" creationId="{8F90786E-B72D-4C32-BDCE-A170B007822D}"/>
          </ac:spMkLst>
        </pc:spChg>
        <pc:spChg chg="add del">
          <ac:chgData name="Narvaiz, David" userId="c8d6af77-8848-4e82-9606-f6dc21726af4" providerId="ADAL" clId="{B663581E-03D4-4EB4-86D4-EBCA5C3A4BDF}" dt="2022-10-24T17:21:15.369" v="8" actId="26606"/>
          <ac:spMkLst>
            <pc:docMk/>
            <pc:sldMk cId="0" sldId="256"/>
            <ac:spMk id="17" creationId="{5E46F2E7-848F-4A6C-A098-4764FDEA771A}"/>
          </ac:spMkLst>
        </pc:spChg>
        <pc:picChg chg="add del">
          <ac:chgData name="Narvaiz, David" userId="c8d6af77-8848-4e82-9606-f6dc21726af4" providerId="ADAL" clId="{B663581E-03D4-4EB4-86D4-EBCA5C3A4BDF}" dt="2022-10-24T17:21:06.852" v="3" actId="26606"/>
          <ac:picMkLst>
            <pc:docMk/>
            <pc:sldMk cId="0" sldId="256"/>
            <ac:picMk id="5" creationId="{4F947305-D81B-8368-5C61-978E46FB2887}"/>
          </ac:picMkLst>
        </pc:picChg>
        <pc:picChg chg="add del">
          <ac:chgData name="Narvaiz, David" userId="c8d6af77-8848-4e82-9606-f6dc21726af4" providerId="ADAL" clId="{B663581E-03D4-4EB4-86D4-EBCA5C3A4BDF}" dt="2022-10-24T17:21:08.721" v="6" actId="26606"/>
          <ac:picMkLst>
            <pc:docMk/>
            <pc:sldMk cId="0" sldId="256"/>
            <ac:picMk id="13" creationId="{2EC64DFA-7DE4-0150-7405-D1139E5A0E37}"/>
          </ac:picMkLst>
        </pc:picChg>
        <pc:picChg chg="add del">
          <ac:chgData name="Narvaiz, David" userId="c8d6af77-8848-4e82-9606-f6dc21726af4" providerId="ADAL" clId="{B663581E-03D4-4EB4-86D4-EBCA5C3A4BDF}" dt="2022-10-24T17:21:15.369" v="8" actId="26606"/>
          <ac:picMkLst>
            <pc:docMk/>
            <pc:sldMk cId="0" sldId="256"/>
            <ac:picMk id="18" creationId="{824DF2E3-108A-2964-89CC-D978AD1F4198}"/>
          </ac:picMkLst>
        </pc:picChg>
        <pc:cxnChg chg="add del">
          <ac:chgData name="Narvaiz, David" userId="c8d6af77-8848-4e82-9606-f6dc21726af4" providerId="ADAL" clId="{B663581E-03D4-4EB4-86D4-EBCA5C3A4BDF}" dt="2022-10-24T17:21:08.721" v="6" actId="26606"/>
          <ac:cxnSpMkLst>
            <pc:docMk/>
            <pc:sldMk cId="0" sldId="256"/>
            <ac:cxnSpMk id="14" creationId="{A7F400EE-A8A5-48AF-B4D6-291B52C6F0B0}"/>
          </ac:cxnSpMkLst>
        </pc:cxnChg>
      </pc:sldChg>
      <pc:sldChg chg="modSp mod">
        <pc:chgData name="Narvaiz, David" userId="c8d6af77-8848-4e82-9606-f6dc21726af4" providerId="ADAL" clId="{B663581E-03D4-4EB4-86D4-EBCA5C3A4BDF}" dt="2022-10-24T17:21:46.632" v="18" actId="14100"/>
        <pc:sldMkLst>
          <pc:docMk/>
          <pc:sldMk cId="0" sldId="257"/>
        </pc:sldMkLst>
        <pc:picChg chg="mod">
          <ac:chgData name="Narvaiz, David" userId="c8d6af77-8848-4e82-9606-f6dc21726af4" providerId="ADAL" clId="{B663581E-03D4-4EB4-86D4-EBCA5C3A4BDF}" dt="2022-10-24T17:21:46.632" v="18" actId="14100"/>
          <ac:picMkLst>
            <pc:docMk/>
            <pc:sldMk cId="0" sldId="257"/>
            <ac:picMk id="2" creationId="{00000000-0000-0000-0000-000000000000}"/>
          </ac:picMkLst>
        </pc:picChg>
      </pc:sldChg>
      <pc:sldChg chg="modSp">
        <pc:chgData name="Narvaiz, David" userId="c8d6af77-8848-4e82-9606-f6dc21726af4" providerId="ADAL" clId="{B663581E-03D4-4EB4-86D4-EBCA5C3A4BDF}" dt="2022-10-24T17:21:16.984" v="10"/>
        <pc:sldMkLst>
          <pc:docMk/>
          <pc:sldMk cId="0" sldId="258"/>
        </pc:sldMkLst>
        <pc:spChg chg="mod">
          <ac:chgData name="Narvaiz, David" userId="c8d6af77-8848-4e82-9606-f6dc21726af4" providerId="ADAL" clId="{B663581E-03D4-4EB4-86D4-EBCA5C3A4BDF}" dt="2022-10-24T17:21:16.984" v="10"/>
          <ac:spMkLst>
            <pc:docMk/>
            <pc:sldMk cId="0" sldId="258"/>
            <ac:spMk id="2" creationId="{00000000-0000-0000-0000-000000000000}"/>
          </ac:spMkLst>
        </pc:spChg>
      </pc:sldChg>
      <pc:sldChg chg="addSp modSp mod">
        <pc:chgData name="Narvaiz, David" userId="c8d6af77-8848-4e82-9606-f6dc21726af4" providerId="ADAL" clId="{B663581E-03D4-4EB4-86D4-EBCA5C3A4BDF}" dt="2022-10-24T18:54:03.916" v="318" actId="208"/>
        <pc:sldMkLst>
          <pc:docMk/>
          <pc:sldMk cId="0" sldId="259"/>
        </pc:sldMkLst>
        <pc:spChg chg="add mod">
          <ac:chgData name="Narvaiz, David" userId="c8d6af77-8848-4e82-9606-f6dc21726af4" providerId="ADAL" clId="{B663581E-03D4-4EB4-86D4-EBCA5C3A4BDF}" dt="2022-10-24T18:54:03.916" v="318" actId="208"/>
          <ac:spMkLst>
            <pc:docMk/>
            <pc:sldMk cId="0" sldId="259"/>
            <ac:spMk id="3" creationId="{C922D352-D3DD-F97D-643B-E294AE91414D}"/>
          </ac:spMkLst>
        </pc:spChg>
        <pc:picChg chg="mod">
          <ac:chgData name="Narvaiz, David" userId="c8d6af77-8848-4e82-9606-f6dc21726af4" providerId="ADAL" clId="{B663581E-03D4-4EB4-86D4-EBCA5C3A4BDF}" dt="2022-10-24T17:31:47.313" v="27" actId="1076"/>
          <ac:picMkLst>
            <pc:docMk/>
            <pc:sldMk cId="0" sldId="259"/>
            <ac:picMk id="2" creationId="{00000000-0000-0000-0000-000000000000}"/>
          </ac:picMkLst>
        </pc:picChg>
      </pc:sldChg>
      <pc:sldChg chg="addSp modSp mod">
        <pc:chgData name="Narvaiz, David" userId="c8d6af77-8848-4e82-9606-f6dc21726af4" providerId="ADAL" clId="{B663581E-03D4-4EB4-86D4-EBCA5C3A4BDF}" dt="2022-10-24T17:32:40.498" v="38" actId="1076"/>
        <pc:sldMkLst>
          <pc:docMk/>
          <pc:sldMk cId="0" sldId="260"/>
        </pc:sldMkLst>
        <pc:spChg chg="mod">
          <ac:chgData name="Narvaiz, David" userId="c8d6af77-8848-4e82-9606-f6dc21726af4" providerId="ADAL" clId="{B663581E-03D4-4EB4-86D4-EBCA5C3A4BDF}" dt="2022-10-24T17:21:16.984" v="10"/>
          <ac:spMkLst>
            <pc:docMk/>
            <pc:sldMk cId="0" sldId="260"/>
            <ac:spMk id="2" creationId="{00000000-0000-0000-0000-000000000000}"/>
          </ac:spMkLst>
        </pc:spChg>
        <pc:spChg chg="mod">
          <ac:chgData name="Narvaiz, David" userId="c8d6af77-8848-4e82-9606-f6dc21726af4" providerId="ADAL" clId="{B663581E-03D4-4EB4-86D4-EBCA5C3A4BDF}" dt="2022-10-24T17:21:16.984" v="10"/>
          <ac:spMkLst>
            <pc:docMk/>
            <pc:sldMk cId="0" sldId="260"/>
            <ac:spMk id="3" creationId="{00000000-0000-0000-0000-000000000000}"/>
          </ac:spMkLst>
        </pc:spChg>
        <pc:picChg chg="add mod">
          <ac:chgData name="Narvaiz, David" userId="c8d6af77-8848-4e82-9606-f6dc21726af4" providerId="ADAL" clId="{B663581E-03D4-4EB4-86D4-EBCA5C3A4BDF}" dt="2022-10-24T17:32:40.498" v="38" actId="1076"/>
          <ac:picMkLst>
            <pc:docMk/>
            <pc:sldMk cId="0" sldId="260"/>
            <ac:picMk id="4" creationId="{43966867-6537-DC6D-0462-AC1E052EFC22}"/>
          </ac:picMkLst>
        </pc:picChg>
      </pc:sldChg>
      <pc:sldChg chg="del">
        <pc:chgData name="Narvaiz, David" userId="c8d6af77-8848-4e82-9606-f6dc21726af4" providerId="ADAL" clId="{B663581E-03D4-4EB4-86D4-EBCA5C3A4BDF}" dt="2022-10-24T17:33:32.002" v="49" actId="47"/>
        <pc:sldMkLst>
          <pc:docMk/>
          <pc:sldMk cId="0" sldId="261"/>
        </pc:sldMkLst>
      </pc:sldChg>
      <pc:sldChg chg="addSp modSp">
        <pc:chgData name="Narvaiz, David" userId="c8d6af77-8848-4e82-9606-f6dc21726af4" providerId="ADAL" clId="{B663581E-03D4-4EB4-86D4-EBCA5C3A4BDF}" dt="2022-10-24T17:33:38.343" v="50"/>
        <pc:sldMkLst>
          <pc:docMk/>
          <pc:sldMk cId="0" sldId="262"/>
        </pc:sldMkLst>
        <pc:spChg chg="mod">
          <ac:chgData name="Narvaiz, David" userId="c8d6af77-8848-4e82-9606-f6dc21726af4" providerId="ADAL" clId="{B663581E-03D4-4EB4-86D4-EBCA5C3A4BDF}" dt="2022-10-24T17:21:16.984" v="10"/>
          <ac:spMkLst>
            <pc:docMk/>
            <pc:sldMk cId="0" sldId="262"/>
            <ac:spMk id="2" creationId="{00000000-0000-0000-0000-000000000000}"/>
          </ac:spMkLst>
        </pc:spChg>
        <pc:picChg chg="add mod">
          <ac:chgData name="Narvaiz, David" userId="c8d6af77-8848-4e82-9606-f6dc21726af4" providerId="ADAL" clId="{B663581E-03D4-4EB4-86D4-EBCA5C3A4BDF}" dt="2022-10-24T17:33:38.343" v="50"/>
          <ac:picMkLst>
            <pc:docMk/>
            <pc:sldMk cId="0" sldId="262"/>
            <ac:picMk id="4" creationId="{EC59271A-A867-8179-F684-6A3748CE8ABA}"/>
          </ac:picMkLst>
        </pc:picChg>
      </pc:sldChg>
      <pc:sldChg chg="addSp modSp mod">
        <pc:chgData name="Narvaiz, David" userId="c8d6af77-8848-4e82-9606-f6dc21726af4" providerId="ADAL" clId="{B663581E-03D4-4EB4-86D4-EBCA5C3A4BDF}" dt="2022-10-24T17:34:18.837" v="56" actId="20577"/>
        <pc:sldMkLst>
          <pc:docMk/>
          <pc:sldMk cId="0" sldId="263"/>
        </pc:sldMkLst>
        <pc:spChg chg="mod">
          <ac:chgData name="Narvaiz, David" userId="c8d6af77-8848-4e82-9606-f6dc21726af4" providerId="ADAL" clId="{B663581E-03D4-4EB4-86D4-EBCA5C3A4BDF}" dt="2022-10-24T17:21:16.984" v="10"/>
          <ac:spMkLst>
            <pc:docMk/>
            <pc:sldMk cId="0" sldId="263"/>
            <ac:spMk id="2" creationId="{00000000-0000-0000-0000-000000000000}"/>
          </ac:spMkLst>
        </pc:spChg>
        <pc:spChg chg="mod">
          <ac:chgData name="Narvaiz, David" userId="c8d6af77-8848-4e82-9606-f6dc21726af4" providerId="ADAL" clId="{B663581E-03D4-4EB4-86D4-EBCA5C3A4BDF}" dt="2022-10-24T17:34:18.837" v="56" actId="20577"/>
          <ac:spMkLst>
            <pc:docMk/>
            <pc:sldMk cId="0" sldId="263"/>
            <ac:spMk id="3" creationId="{00000000-0000-0000-0000-000000000000}"/>
          </ac:spMkLst>
        </pc:spChg>
        <pc:picChg chg="add mod">
          <ac:chgData name="Narvaiz, David" userId="c8d6af77-8848-4e82-9606-f6dc21726af4" providerId="ADAL" clId="{B663581E-03D4-4EB4-86D4-EBCA5C3A4BDF}" dt="2022-10-24T17:33:53.423" v="51"/>
          <ac:picMkLst>
            <pc:docMk/>
            <pc:sldMk cId="0" sldId="263"/>
            <ac:picMk id="4" creationId="{960A36B1-75E8-DB24-63CA-69342DA214CA}"/>
          </ac:picMkLst>
        </pc:picChg>
      </pc:sldChg>
      <pc:sldChg chg="addSp modSp ord">
        <pc:chgData name="Narvaiz, David" userId="c8d6af77-8848-4e82-9606-f6dc21726af4" providerId="ADAL" clId="{B663581E-03D4-4EB4-86D4-EBCA5C3A4BDF}" dt="2022-10-24T18:03:17.383" v="281"/>
        <pc:sldMkLst>
          <pc:docMk/>
          <pc:sldMk cId="0" sldId="264"/>
        </pc:sldMkLst>
        <pc:spChg chg="mod">
          <ac:chgData name="Narvaiz, David" userId="c8d6af77-8848-4e82-9606-f6dc21726af4" providerId="ADAL" clId="{B663581E-03D4-4EB4-86D4-EBCA5C3A4BDF}" dt="2022-10-24T17:21:16.984" v="10"/>
          <ac:spMkLst>
            <pc:docMk/>
            <pc:sldMk cId="0" sldId="264"/>
            <ac:spMk id="2" creationId="{00000000-0000-0000-0000-000000000000}"/>
          </ac:spMkLst>
        </pc:spChg>
        <pc:picChg chg="add mod">
          <ac:chgData name="Narvaiz, David" userId="c8d6af77-8848-4e82-9606-f6dc21726af4" providerId="ADAL" clId="{B663581E-03D4-4EB4-86D4-EBCA5C3A4BDF}" dt="2022-10-24T18:02:34.889" v="278"/>
          <ac:picMkLst>
            <pc:docMk/>
            <pc:sldMk cId="0" sldId="264"/>
            <ac:picMk id="4" creationId="{D1F4E322-7F91-B07F-74E1-33EFFA746F36}"/>
          </ac:picMkLst>
        </pc:picChg>
      </pc:sldChg>
      <pc:sldChg chg="addSp modSp ord">
        <pc:chgData name="Narvaiz, David" userId="c8d6af77-8848-4e82-9606-f6dc21726af4" providerId="ADAL" clId="{B663581E-03D4-4EB4-86D4-EBCA5C3A4BDF}" dt="2022-10-24T18:03:27.518" v="283"/>
        <pc:sldMkLst>
          <pc:docMk/>
          <pc:sldMk cId="0" sldId="265"/>
        </pc:sldMkLst>
        <pc:spChg chg="mod">
          <ac:chgData name="Narvaiz, David" userId="c8d6af77-8848-4e82-9606-f6dc21726af4" providerId="ADAL" clId="{B663581E-03D4-4EB4-86D4-EBCA5C3A4BDF}" dt="2022-10-24T17:21:16.984" v="10"/>
          <ac:spMkLst>
            <pc:docMk/>
            <pc:sldMk cId="0" sldId="265"/>
            <ac:spMk id="2" creationId="{00000000-0000-0000-0000-000000000000}"/>
          </ac:spMkLst>
        </pc:spChg>
        <pc:picChg chg="add mod">
          <ac:chgData name="Narvaiz, David" userId="c8d6af77-8848-4e82-9606-f6dc21726af4" providerId="ADAL" clId="{B663581E-03D4-4EB4-86D4-EBCA5C3A4BDF}" dt="2022-10-24T18:02:53.809" v="279"/>
          <ac:picMkLst>
            <pc:docMk/>
            <pc:sldMk cId="0" sldId="265"/>
            <ac:picMk id="4" creationId="{5BEB4BC0-CECC-CF88-1880-A75FCDD2082C}"/>
          </ac:picMkLst>
        </pc:picChg>
      </pc:sldChg>
      <pc:sldChg chg="modSp mod">
        <pc:chgData name="Narvaiz, David" userId="c8d6af77-8848-4e82-9606-f6dc21726af4" providerId="ADAL" clId="{B663581E-03D4-4EB4-86D4-EBCA5C3A4BDF}" dt="2022-10-24T18:10:37.005" v="289" actId="1076"/>
        <pc:sldMkLst>
          <pc:docMk/>
          <pc:sldMk cId="0" sldId="266"/>
        </pc:sldMkLst>
        <pc:picChg chg="mod">
          <ac:chgData name="Narvaiz, David" userId="c8d6af77-8848-4e82-9606-f6dc21726af4" providerId="ADAL" clId="{B663581E-03D4-4EB4-86D4-EBCA5C3A4BDF}" dt="2022-10-24T18:10:37.005" v="289" actId="1076"/>
          <ac:picMkLst>
            <pc:docMk/>
            <pc:sldMk cId="0" sldId="266"/>
            <ac:picMk id="2" creationId="{00000000-0000-0000-0000-000000000000}"/>
          </ac:picMkLst>
        </pc:picChg>
      </pc:sldChg>
      <pc:sldChg chg="addSp delSp modSp mod">
        <pc:chgData name="Narvaiz, David" userId="c8d6af77-8848-4e82-9606-f6dc21726af4" providerId="ADAL" clId="{B663581E-03D4-4EB4-86D4-EBCA5C3A4BDF}" dt="2022-10-24T18:56:02.971" v="322" actId="478"/>
        <pc:sldMkLst>
          <pc:docMk/>
          <pc:sldMk cId="0" sldId="267"/>
        </pc:sldMkLst>
        <pc:spChg chg="add mod">
          <ac:chgData name="Narvaiz, David" userId="c8d6af77-8848-4e82-9606-f6dc21726af4" providerId="ADAL" clId="{B663581E-03D4-4EB4-86D4-EBCA5C3A4BDF}" dt="2022-10-24T18:49:23.584" v="298"/>
          <ac:spMkLst>
            <pc:docMk/>
            <pc:sldMk cId="0" sldId="267"/>
            <ac:spMk id="5" creationId="{293FA1F2-CA85-7F00-BB24-23309CE4CBD1}"/>
          </ac:spMkLst>
        </pc:spChg>
        <pc:spChg chg="add del">
          <ac:chgData name="Narvaiz, David" userId="c8d6af77-8848-4e82-9606-f6dc21726af4" providerId="ADAL" clId="{B663581E-03D4-4EB4-86D4-EBCA5C3A4BDF}" dt="2022-10-24T18:56:02.971" v="322" actId="478"/>
          <ac:spMkLst>
            <pc:docMk/>
            <pc:sldMk cId="0" sldId="267"/>
            <ac:spMk id="8" creationId="{EAD75371-E289-9944-5354-438AF3204A32}"/>
          </ac:spMkLst>
        </pc:spChg>
        <pc:cxnChg chg="add mod">
          <ac:chgData name="Narvaiz, David" userId="c8d6af77-8848-4e82-9606-f6dc21726af4" providerId="ADAL" clId="{B663581E-03D4-4EB4-86D4-EBCA5C3A4BDF}" dt="2022-10-24T18:55:29.398" v="320" actId="13822"/>
          <ac:cxnSpMkLst>
            <pc:docMk/>
            <pc:sldMk cId="0" sldId="267"/>
            <ac:cxnSpMk id="7" creationId="{BD34966A-8EE1-5D01-E35B-E989DA15C0D4}"/>
          </ac:cxnSpMkLst>
        </pc:cxnChg>
      </pc:sldChg>
      <pc:sldChg chg="addSp modSp mod ord">
        <pc:chgData name="Narvaiz, David" userId="c8d6af77-8848-4e82-9606-f6dc21726af4" providerId="ADAL" clId="{B663581E-03D4-4EB4-86D4-EBCA5C3A4BDF}" dt="2022-10-24T18:57:31.100" v="330" actId="1076"/>
        <pc:sldMkLst>
          <pc:docMk/>
          <pc:sldMk cId="0" sldId="268"/>
        </pc:sldMkLst>
        <pc:spChg chg="add mod">
          <ac:chgData name="Narvaiz, David" userId="c8d6af77-8848-4e82-9606-f6dc21726af4" providerId="ADAL" clId="{B663581E-03D4-4EB4-86D4-EBCA5C3A4BDF}" dt="2022-10-24T18:49:29.615" v="299"/>
          <ac:spMkLst>
            <pc:docMk/>
            <pc:sldMk cId="0" sldId="268"/>
            <ac:spMk id="4" creationId="{1CC2358D-C0D2-0129-5667-98F68865AC66}"/>
          </ac:spMkLst>
        </pc:spChg>
        <pc:spChg chg="add mod">
          <ac:chgData name="Narvaiz, David" userId="c8d6af77-8848-4e82-9606-f6dc21726af4" providerId="ADAL" clId="{B663581E-03D4-4EB4-86D4-EBCA5C3A4BDF}" dt="2022-10-24T18:57:13.529" v="328" actId="1582"/>
          <ac:spMkLst>
            <pc:docMk/>
            <pc:sldMk cId="0" sldId="268"/>
            <ac:spMk id="5" creationId="{E5A51B2D-DB2A-8A0E-6657-DC35BA8E0421}"/>
          </ac:spMkLst>
        </pc:spChg>
        <pc:spChg chg="add mod">
          <ac:chgData name="Narvaiz, David" userId="c8d6af77-8848-4e82-9606-f6dc21726af4" providerId="ADAL" clId="{B663581E-03D4-4EB4-86D4-EBCA5C3A4BDF}" dt="2022-10-24T18:57:31.100" v="330" actId="1076"/>
          <ac:spMkLst>
            <pc:docMk/>
            <pc:sldMk cId="0" sldId="268"/>
            <ac:spMk id="6" creationId="{127BF57F-0568-CBE8-9585-35DEC1AC3E38}"/>
          </ac:spMkLst>
        </pc:spChg>
      </pc:sldChg>
      <pc:sldChg chg="modSp mod">
        <pc:chgData name="Narvaiz, David" userId="c8d6af77-8848-4e82-9606-f6dc21726af4" providerId="ADAL" clId="{B663581E-03D4-4EB4-86D4-EBCA5C3A4BDF}" dt="2022-10-24T18:59:51.581" v="384" actId="20577"/>
        <pc:sldMkLst>
          <pc:docMk/>
          <pc:sldMk cId="0" sldId="270"/>
        </pc:sldMkLst>
        <pc:spChg chg="mod">
          <ac:chgData name="Narvaiz, David" userId="c8d6af77-8848-4e82-9606-f6dc21726af4" providerId="ADAL" clId="{B663581E-03D4-4EB4-86D4-EBCA5C3A4BDF}" dt="2022-10-24T17:21:16.984" v="10"/>
          <ac:spMkLst>
            <pc:docMk/>
            <pc:sldMk cId="0" sldId="270"/>
            <ac:spMk id="2" creationId="{00000000-0000-0000-0000-000000000000}"/>
          </ac:spMkLst>
        </pc:spChg>
        <pc:spChg chg="mod">
          <ac:chgData name="Narvaiz, David" userId="c8d6af77-8848-4e82-9606-f6dc21726af4" providerId="ADAL" clId="{B663581E-03D4-4EB4-86D4-EBCA5C3A4BDF}" dt="2022-10-24T18:59:51.581" v="384" actId="20577"/>
          <ac:spMkLst>
            <pc:docMk/>
            <pc:sldMk cId="0" sldId="270"/>
            <ac:spMk id="3" creationId="{00000000-0000-0000-0000-000000000000}"/>
          </ac:spMkLst>
        </pc:spChg>
      </pc:sldChg>
      <pc:sldChg chg="addSp modSp add mod">
        <pc:chgData name="Narvaiz, David" userId="c8d6af77-8848-4e82-9606-f6dc21726af4" providerId="ADAL" clId="{B663581E-03D4-4EB4-86D4-EBCA5C3A4BDF}" dt="2022-10-24T17:33:29.252" v="48" actId="14100"/>
        <pc:sldMkLst>
          <pc:docMk/>
          <pc:sldMk cId="628301676" sldId="271"/>
        </pc:sldMkLst>
        <pc:picChg chg="add mod">
          <ac:chgData name="Narvaiz, David" userId="c8d6af77-8848-4e82-9606-f6dc21726af4" providerId="ADAL" clId="{B663581E-03D4-4EB4-86D4-EBCA5C3A4BDF}" dt="2022-10-24T17:33:29.252" v="48" actId="14100"/>
          <ac:picMkLst>
            <pc:docMk/>
            <pc:sldMk cId="628301676" sldId="271"/>
            <ac:picMk id="5" creationId="{6E5AEC74-741F-82D1-482C-0E6153708C07}"/>
          </ac:picMkLst>
        </pc:picChg>
      </pc:sldChg>
      <pc:sldChg chg="addSp delSp modSp new mod ord modNotesTx">
        <pc:chgData name="Narvaiz, David" userId="c8d6af77-8848-4e82-9606-f6dc21726af4" providerId="ADAL" clId="{B663581E-03D4-4EB4-86D4-EBCA5C3A4BDF}" dt="2022-10-24T18:00:49.590" v="277" actId="1035"/>
        <pc:sldMkLst>
          <pc:docMk/>
          <pc:sldMk cId="4046064690" sldId="272"/>
        </pc:sldMkLst>
        <pc:spChg chg="del">
          <ac:chgData name="Narvaiz, David" userId="c8d6af77-8848-4e82-9606-f6dc21726af4" providerId="ADAL" clId="{B663581E-03D4-4EB4-86D4-EBCA5C3A4BDF}" dt="2022-10-24T17:48:23.343" v="60" actId="478"/>
          <ac:spMkLst>
            <pc:docMk/>
            <pc:sldMk cId="4046064690" sldId="272"/>
            <ac:spMk id="2" creationId="{980DA2B0-A265-E3C0-10F1-ED36CE8A801D}"/>
          </ac:spMkLst>
        </pc:spChg>
        <pc:spChg chg="del">
          <ac:chgData name="Narvaiz, David" userId="c8d6af77-8848-4e82-9606-f6dc21726af4" providerId="ADAL" clId="{B663581E-03D4-4EB4-86D4-EBCA5C3A4BDF}" dt="2022-10-24T17:48:24.431" v="61" actId="478"/>
          <ac:spMkLst>
            <pc:docMk/>
            <pc:sldMk cId="4046064690" sldId="272"/>
            <ac:spMk id="3" creationId="{C6EE7002-62BC-79A9-E6D4-495EE24E046E}"/>
          </ac:spMkLst>
        </pc:spChg>
        <pc:picChg chg="add mod modCrop">
          <ac:chgData name="Narvaiz, David" userId="c8d6af77-8848-4e82-9606-f6dc21726af4" providerId="ADAL" clId="{B663581E-03D4-4EB4-86D4-EBCA5C3A4BDF}" dt="2022-10-24T18:00:47.926" v="275" actId="1036"/>
          <ac:picMkLst>
            <pc:docMk/>
            <pc:sldMk cId="4046064690" sldId="272"/>
            <ac:picMk id="5" creationId="{60BDA0FC-CED2-17F1-2527-6DACF910CFF5}"/>
          </ac:picMkLst>
        </pc:picChg>
        <pc:picChg chg="add mod modCrop">
          <ac:chgData name="Narvaiz, David" userId="c8d6af77-8848-4e82-9606-f6dc21726af4" providerId="ADAL" clId="{B663581E-03D4-4EB4-86D4-EBCA5C3A4BDF}" dt="2022-10-24T17:59:13.735" v="223" actId="1036"/>
          <ac:picMkLst>
            <pc:docMk/>
            <pc:sldMk cId="4046064690" sldId="272"/>
            <ac:picMk id="7" creationId="{98E1D827-E547-D5E8-2B3B-73D3D9E2B68A}"/>
          </ac:picMkLst>
        </pc:picChg>
        <pc:picChg chg="add mod modCrop">
          <ac:chgData name="Narvaiz, David" userId="c8d6af77-8848-4e82-9606-f6dc21726af4" providerId="ADAL" clId="{B663581E-03D4-4EB4-86D4-EBCA5C3A4BDF}" dt="2022-10-24T18:00:48.887" v="276" actId="1035"/>
          <ac:picMkLst>
            <pc:docMk/>
            <pc:sldMk cId="4046064690" sldId="272"/>
            <ac:picMk id="9" creationId="{D1953D06-9309-40FC-A325-330D5846D0DE}"/>
          </ac:picMkLst>
        </pc:picChg>
        <pc:picChg chg="add mod modCrop">
          <ac:chgData name="Narvaiz, David" userId="c8d6af77-8848-4e82-9606-f6dc21726af4" providerId="ADAL" clId="{B663581E-03D4-4EB4-86D4-EBCA5C3A4BDF}" dt="2022-10-24T17:59:12.445" v="219" actId="1036"/>
          <ac:picMkLst>
            <pc:docMk/>
            <pc:sldMk cId="4046064690" sldId="272"/>
            <ac:picMk id="11" creationId="{7353FC85-B3CA-030E-9A94-CC30AFD7EA9B}"/>
          </ac:picMkLst>
        </pc:picChg>
        <pc:picChg chg="add mod modCrop">
          <ac:chgData name="Narvaiz, David" userId="c8d6af77-8848-4e82-9606-f6dc21726af4" providerId="ADAL" clId="{B663581E-03D4-4EB4-86D4-EBCA5C3A4BDF}" dt="2022-10-24T18:00:49.590" v="277" actId="1035"/>
          <ac:picMkLst>
            <pc:docMk/>
            <pc:sldMk cId="4046064690" sldId="272"/>
            <ac:picMk id="13" creationId="{67092341-F50C-DA3D-AB5E-432F9BD5166F}"/>
          </ac:picMkLst>
        </pc:picChg>
        <pc:picChg chg="add mod modCrop">
          <ac:chgData name="Narvaiz, David" userId="c8d6af77-8848-4e82-9606-f6dc21726af4" providerId="ADAL" clId="{B663581E-03D4-4EB4-86D4-EBCA5C3A4BDF}" dt="2022-10-24T18:00:39.047" v="272" actId="1076"/>
          <ac:picMkLst>
            <pc:docMk/>
            <pc:sldMk cId="4046064690" sldId="272"/>
            <ac:picMk id="15" creationId="{D4F362C8-5E28-EDA9-5BF3-1FBD7725AC82}"/>
          </ac:picMkLst>
        </pc:picChg>
      </pc:sldChg>
      <pc:sldChg chg="addSp delSp modSp new mod ord modAnim">
        <pc:chgData name="Narvaiz, David" userId="c8d6af77-8848-4e82-9606-f6dc21726af4" providerId="ADAL" clId="{B663581E-03D4-4EB4-86D4-EBCA5C3A4BDF}" dt="2022-10-24T18:17:50.066" v="297" actId="14100"/>
        <pc:sldMkLst>
          <pc:docMk/>
          <pc:sldMk cId="1744658935" sldId="273"/>
        </pc:sldMkLst>
        <pc:spChg chg="del">
          <ac:chgData name="Narvaiz, David" userId="c8d6af77-8848-4e82-9606-f6dc21726af4" providerId="ADAL" clId="{B663581E-03D4-4EB4-86D4-EBCA5C3A4BDF}" dt="2022-10-24T18:13:10.863" v="293" actId="478"/>
          <ac:spMkLst>
            <pc:docMk/>
            <pc:sldMk cId="1744658935" sldId="273"/>
            <ac:spMk id="2" creationId="{12266DF4-EB11-F457-751F-1D72D6533428}"/>
          </ac:spMkLst>
        </pc:spChg>
        <pc:spChg chg="del">
          <ac:chgData name="Narvaiz, David" userId="c8d6af77-8848-4e82-9606-f6dc21726af4" providerId="ADAL" clId="{B663581E-03D4-4EB4-86D4-EBCA5C3A4BDF}" dt="2022-10-24T18:13:11.855" v="294" actId="478"/>
          <ac:spMkLst>
            <pc:docMk/>
            <pc:sldMk cId="1744658935" sldId="273"/>
            <ac:spMk id="3" creationId="{58FB66CD-CA40-174A-C094-D3C3CF930984}"/>
          </ac:spMkLst>
        </pc:spChg>
        <pc:picChg chg="add mod">
          <ac:chgData name="Narvaiz, David" userId="c8d6af77-8848-4e82-9606-f6dc21726af4" providerId="ADAL" clId="{B663581E-03D4-4EB4-86D4-EBCA5C3A4BDF}" dt="2022-10-24T18:17:50.066" v="297" actId="14100"/>
          <ac:picMkLst>
            <pc:docMk/>
            <pc:sldMk cId="1744658935" sldId="273"/>
            <ac:picMk id="4" creationId="{3D2121B4-3EF4-5097-29E9-F17C167C9E76}"/>
          </ac:picMkLst>
        </pc:picChg>
      </pc:sldChg>
      <pc:sldMasterChg chg="modSldLayout">
        <pc:chgData name="Narvaiz, David" userId="c8d6af77-8848-4e82-9606-f6dc21726af4" providerId="ADAL" clId="{B663581E-03D4-4EB4-86D4-EBCA5C3A4BDF}" dt="2022-10-24T17:21:16.984" v="10"/>
        <pc:sldMasterMkLst>
          <pc:docMk/>
          <pc:sldMasterMk cId="4275437414" sldId="2147483666"/>
        </pc:sldMasterMkLst>
        <pc:sldLayoutChg chg="addSp delSp">
          <pc:chgData name="Narvaiz, David" userId="c8d6af77-8848-4e82-9606-f6dc21726af4" providerId="ADAL" clId="{B663581E-03D4-4EB4-86D4-EBCA5C3A4BDF}" dt="2022-10-24T17:21:16.984" v="10"/>
          <pc:sldLayoutMkLst>
            <pc:docMk/>
            <pc:sldMasterMk cId="4275437414" sldId="2147483666"/>
            <pc:sldLayoutMk cId="2269479772" sldId="2147483678"/>
          </pc:sldLayoutMkLst>
          <pc:spChg chg="add del">
            <ac:chgData name="Narvaiz, David" userId="c8d6af77-8848-4e82-9606-f6dc21726af4" providerId="ADAL" clId="{B663581E-03D4-4EB4-86D4-EBCA5C3A4BDF}" dt="2022-10-24T17:21:16.984" v="10"/>
            <ac:spMkLst>
              <pc:docMk/>
              <pc:sldMasterMk cId="4275437414" sldId="2147483666"/>
              <pc:sldLayoutMk cId="2269479772" sldId="2147483678"/>
              <ac:spMk id="16" creationId="{00000000-0000-0000-0000-000000000000}"/>
            </ac:spMkLst>
          </pc:spChg>
          <pc:spChg chg="add del">
            <ac:chgData name="Narvaiz, David" userId="c8d6af77-8848-4e82-9606-f6dc21726af4" providerId="ADAL" clId="{B663581E-03D4-4EB4-86D4-EBCA5C3A4BDF}" dt="2022-10-24T17:21:16.984" v="10"/>
            <ac:spMkLst>
              <pc:docMk/>
              <pc:sldMasterMk cId="4275437414" sldId="2147483666"/>
              <pc:sldLayoutMk cId="2269479772" sldId="2147483678"/>
              <ac:spMk id="17" creationId="{00000000-0000-0000-0000-000000000000}"/>
            </ac:spMkLst>
          </pc:spChg>
          <pc:spChg chg="add del">
            <ac:chgData name="Narvaiz, David" userId="c8d6af77-8848-4e82-9606-f6dc21726af4" providerId="ADAL" clId="{B663581E-03D4-4EB4-86D4-EBCA5C3A4BDF}" dt="2022-10-24T17:21:16.984" v="10"/>
            <ac:spMkLst>
              <pc:docMk/>
              <pc:sldMasterMk cId="4275437414" sldId="2147483666"/>
              <pc:sldLayoutMk cId="2269479772" sldId="2147483678"/>
              <ac:spMk id="18" creationId="{00000000-0000-0000-0000-000000000000}"/>
            </ac:spMkLst>
          </pc:spChg>
        </pc:sldLayoutChg>
      </pc:sldMasterChg>
    </pc:docChg>
  </pc:docChgLst>
  <pc:docChgLst>
    <pc:chgData name="Narvaiz, David" userId="c8d6af77-8848-4e82-9606-f6dc21726af4" providerId="ADAL" clId="{6DC44DC2-AD44-49A9-9220-6B7EB71E222F}"/>
    <pc:docChg chg="modSld">
      <pc:chgData name="Narvaiz, David" userId="c8d6af77-8848-4e82-9606-f6dc21726af4" providerId="ADAL" clId="{6DC44DC2-AD44-49A9-9220-6B7EB71E222F}" dt="2023-03-27T16:09:40.880" v="0" actId="113"/>
      <pc:docMkLst>
        <pc:docMk/>
      </pc:docMkLst>
      <pc:sldChg chg="modSp mod">
        <pc:chgData name="Narvaiz, David" userId="c8d6af77-8848-4e82-9606-f6dc21726af4" providerId="ADAL" clId="{6DC44DC2-AD44-49A9-9220-6B7EB71E222F}" dt="2023-03-27T16:09:40.880" v="0" actId="113"/>
        <pc:sldMkLst>
          <pc:docMk/>
          <pc:sldMk cId="0" sldId="262"/>
        </pc:sldMkLst>
        <pc:spChg chg="mod">
          <ac:chgData name="Narvaiz, David" userId="c8d6af77-8848-4e82-9606-f6dc21726af4" providerId="ADAL" clId="{6DC44DC2-AD44-49A9-9220-6B7EB71E222F}" dt="2023-03-27T16:09:40.880" v="0" actId="113"/>
          <ac:spMkLst>
            <pc:docMk/>
            <pc:sldMk cId="0" sldId="262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97538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FB5F0F-2DFD-4B75-B1CE-7FD43AFDF298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332163" y="971550"/>
            <a:ext cx="3394075" cy="26225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97538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CDABC9-CB42-41FF-8959-CB8F9AF0E6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6748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01167" y="207263"/>
            <a:ext cx="9656064" cy="7357872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5734" y="1000026"/>
            <a:ext cx="8222742" cy="3316224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66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10363" y="4385587"/>
            <a:ext cx="7233485" cy="1573254"/>
          </a:xfrm>
        </p:spPr>
        <p:txBody>
          <a:bodyPr>
            <a:normAutofit/>
          </a:bodyPr>
          <a:lstStyle>
            <a:lvl1pPr marL="0" indent="0" algn="ctr">
              <a:spcBef>
                <a:spcPts val="1100"/>
              </a:spcBef>
              <a:buNone/>
              <a:defRPr sz="1980">
                <a:solidFill>
                  <a:srgbClr val="FFFFFF"/>
                </a:solidFill>
              </a:defRPr>
            </a:lvl1pPr>
            <a:lvl2pPr marL="377190" indent="0" algn="ctr">
              <a:buNone/>
              <a:defRPr sz="1980"/>
            </a:lvl2pPr>
            <a:lvl3pPr marL="754380" indent="0" algn="ctr">
              <a:buNone/>
              <a:defRPr sz="1980"/>
            </a:lvl3pPr>
            <a:lvl4pPr marL="1131570" indent="0" algn="ctr">
              <a:buNone/>
              <a:defRPr sz="1650"/>
            </a:lvl4pPr>
            <a:lvl5pPr marL="1508760" indent="0" algn="ctr">
              <a:buNone/>
              <a:defRPr sz="1650"/>
            </a:lvl5pPr>
            <a:lvl6pPr marL="1885950" indent="0" algn="ctr">
              <a:buNone/>
              <a:defRPr sz="1650"/>
            </a:lvl6pPr>
            <a:lvl7pPr marL="2263140" indent="0" algn="ctr">
              <a:buNone/>
              <a:defRPr sz="1650"/>
            </a:lvl7pPr>
            <a:lvl8pPr marL="2640330" indent="0" algn="ctr">
              <a:buNone/>
              <a:defRPr sz="1650"/>
            </a:lvl8pPr>
            <a:lvl9pPr marL="3017520" indent="0" algn="ctr">
              <a:buNone/>
              <a:defRPr sz="165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632395" y="4231640"/>
            <a:ext cx="678942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86727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1100"/>
              </a:spcBef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420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2800" y="1330052"/>
            <a:ext cx="8222742" cy="3316224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66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10691" y="4708456"/>
            <a:ext cx="7234504" cy="1545647"/>
          </a:xfrm>
        </p:spPr>
        <p:txBody>
          <a:bodyPr anchor="t">
            <a:normAutofit/>
          </a:bodyPr>
          <a:lstStyle>
            <a:lvl1pPr marL="0" indent="0" algn="ctr">
              <a:buNone/>
              <a:defRPr sz="1980">
                <a:solidFill>
                  <a:schemeClr val="accent1"/>
                </a:solidFill>
              </a:defRPr>
            </a:lvl1pPr>
            <a:lvl2pPr marL="377190" indent="0">
              <a:buNone/>
              <a:defRPr sz="1485">
                <a:solidFill>
                  <a:schemeClr val="tx1">
                    <a:tint val="75000"/>
                  </a:schemeClr>
                </a:solidFill>
              </a:defRPr>
            </a:lvl2pPr>
            <a:lvl3pPr marL="75438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3pPr>
            <a:lvl4pPr marL="1131570" indent="0">
              <a:buNone/>
              <a:defRPr sz="1155">
                <a:solidFill>
                  <a:schemeClr val="tx1">
                    <a:tint val="75000"/>
                  </a:schemeClr>
                </a:solidFill>
              </a:defRPr>
            </a:lvl4pPr>
            <a:lvl5pPr marL="1508760" indent="0">
              <a:buNone/>
              <a:defRPr sz="1155">
                <a:solidFill>
                  <a:schemeClr val="tx1">
                    <a:tint val="75000"/>
                  </a:schemeClr>
                </a:solidFill>
              </a:defRPr>
            </a:lvl5pPr>
            <a:lvl6pPr marL="1885950" indent="0">
              <a:buNone/>
              <a:defRPr sz="1155">
                <a:solidFill>
                  <a:schemeClr val="tx1">
                    <a:tint val="75000"/>
                  </a:schemeClr>
                </a:solidFill>
              </a:defRPr>
            </a:lvl6pPr>
            <a:lvl7pPr marL="2263140" indent="0">
              <a:buNone/>
              <a:defRPr sz="1155">
                <a:solidFill>
                  <a:schemeClr val="tx1">
                    <a:tint val="75000"/>
                  </a:schemeClr>
                </a:solidFill>
              </a:defRPr>
            </a:lvl7pPr>
            <a:lvl8pPr marL="2640330" indent="0">
              <a:buNone/>
              <a:defRPr sz="1155">
                <a:solidFill>
                  <a:schemeClr val="tx1">
                    <a:tint val="75000"/>
                  </a:schemeClr>
                </a:solidFill>
              </a:defRPr>
            </a:lvl8pPr>
            <a:lvl9pPr marL="3017520" indent="0">
              <a:buNone/>
              <a:defRPr sz="115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1634491" y="4556462"/>
            <a:ext cx="678942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75683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2975" y="2331719"/>
            <a:ext cx="3922776" cy="4559808"/>
          </a:xfrm>
        </p:spPr>
        <p:txBody>
          <a:bodyPr/>
          <a:lstStyle>
            <a:lvl1pPr>
              <a:defRPr sz="1815"/>
            </a:lvl1pPr>
            <a:lvl2pPr>
              <a:defRPr sz="1650"/>
            </a:lvl2pPr>
            <a:lvl3pPr>
              <a:defRPr sz="1485"/>
            </a:lvl3pPr>
            <a:lvl4pPr>
              <a:defRPr sz="1320"/>
            </a:lvl4pPr>
            <a:lvl5pPr>
              <a:defRPr sz="1320"/>
            </a:lvl5pPr>
            <a:lvl6pPr>
              <a:defRPr sz="1320"/>
            </a:lvl6pPr>
            <a:lvl7pPr>
              <a:defRPr sz="1320"/>
            </a:lvl7pPr>
            <a:lvl8pPr>
              <a:defRPr sz="1320"/>
            </a:lvl8pPr>
            <a:lvl9pPr>
              <a:defRPr sz="132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70780" y="2331720"/>
            <a:ext cx="3922776" cy="4559808"/>
          </a:xfrm>
        </p:spPr>
        <p:txBody>
          <a:bodyPr/>
          <a:lstStyle>
            <a:lvl1pPr>
              <a:defRPr sz="1815"/>
            </a:lvl1pPr>
            <a:lvl2pPr>
              <a:defRPr sz="1650"/>
            </a:lvl2pPr>
            <a:lvl3pPr>
              <a:defRPr sz="1485"/>
            </a:lvl3pPr>
            <a:lvl4pPr>
              <a:defRPr sz="1320"/>
            </a:lvl4pPr>
            <a:lvl5pPr>
              <a:defRPr sz="1320"/>
            </a:lvl5pPr>
            <a:lvl6pPr>
              <a:defRPr sz="1320"/>
            </a:lvl6pPr>
            <a:lvl7pPr>
              <a:defRPr sz="1320"/>
            </a:lvl7pPr>
            <a:lvl8pPr>
              <a:defRPr sz="1320"/>
            </a:lvl8pPr>
            <a:lvl9pPr>
              <a:defRPr sz="132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1564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2975" y="2268379"/>
            <a:ext cx="3922776" cy="880872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980" b="1"/>
            </a:lvl1pPr>
            <a:lvl2pPr marL="377190" indent="0">
              <a:buNone/>
              <a:defRPr sz="1650" b="1"/>
            </a:lvl2pPr>
            <a:lvl3pPr marL="754380" indent="0">
              <a:buNone/>
              <a:defRPr sz="1485" b="1"/>
            </a:lvl3pPr>
            <a:lvl4pPr marL="1131570" indent="0">
              <a:buNone/>
              <a:defRPr sz="1320" b="1"/>
            </a:lvl4pPr>
            <a:lvl5pPr marL="1508760" indent="0">
              <a:buNone/>
              <a:defRPr sz="1320" b="1"/>
            </a:lvl5pPr>
            <a:lvl6pPr marL="1885950" indent="0">
              <a:buNone/>
              <a:defRPr sz="1320" b="1"/>
            </a:lvl6pPr>
            <a:lvl7pPr marL="2263140" indent="0">
              <a:buNone/>
              <a:defRPr sz="1320" b="1"/>
            </a:lvl7pPr>
            <a:lvl8pPr marL="2640330" indent="0">
              <a:buNone/>
              <a:defRPr sz="1320" b="1"/>
            </a:lvl8pPr>
            <a:lvl9pPr marL="3017520" indent="0">
              <a:buNone/>
              <a:defRPr sz="13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2975" y="3084347"/>
            <a:ext cx="3922776" cy="3834384"/>
          </a:xfrm>
        </p:spPr>
        <p:txBody>
          <a:bodyPr/>
          <a:lstStyle>
            <a:lvl1pPr>
              <a:defRPr sz="1815"/>
            </a:lvl1pPr>
            <a:lvl2pPr>
              <a:defRPr sz="1650"/>
            </a:lvl2pPr>
            <a:lvl3pPr>
              <a:defRPr sz="1485"/>
            </a:lvl3pPr>
            <a:lvl4pPr>
              <a:defRPr sz="1320"/>
            </a:lvl4pPr>
            <a:lvl5pPr>
              <a:defRPr sz="1320"/>
            </a:lvl5pPr>
            <a:lvl6pPr>
              <a:defRPr sz="1320"/>
            </a:lvl6pPr>
            <a:lvl7pPr>
              <a:defRPr sz="1320"/>
            </a:lvl7pPr>
            <a:lvl8pPr>
              <a:defRPr sz="1320"/>
            </a:lvl8pPr>
            <a:lvl9pPr>
              <a:defRPr sz="132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72068" y="2265570"/>
            <a:ext cx="3922776" cy="880872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980" b="1"/>
            </a:lvl1pPr>
            <a:lvl2pPr marL="377190" indent="0">
              <a:buNone/>
              <a:defRPr sz="1650" b="1"/>
            </a:lvl2pPr>
            <a:lvl3pPr marL="754380" indent="0">
              <a:buNone/>
              <a:defRPr sz="1485" b="1"/>
            </a:lvl3pPr>
            <a:lvl4pPr marL="1131570" indent="0">
              <a:buNone/>
              <a:defRPr sz="1320" b="1"/>
            </a:lvl4pPr>
            <a:lvl5pPr marL="1508760" indent="0">
              <a:buNone/>
              <a:defRPr sz="1320" b="1"/>
            </a:lvl5pPr>
            <a:lvl6pPr marL="1885950" indent="0">
              <a:buNone/>
              <a:defRPr sz="1320" b="1"/>
            </a:lvl6pPr>
            <a:lvl7pPr marL="2263140" indent="0">
              <a:buNone/>
              <a:defRPr sz="1320" b="1"/>
            </a:lvl7pPr>
            <a:lvl8pPr marL="2640330" indent="0">
              <a:buNone/>
              <a:defRPr sz="1320" b="1"/>
            </a:lvl8pPr>
            <a:lvl9pPr marL="3017520" indent="0">
              <a:buNone/>
              <a:defRPr sz="13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72068" y="3081898"/>
            <a:ext cx="3922776" cy="3834384"/>
          </a:xfrm>
        </p:spPr>
        <p:txBody>
          <a:bodyPr/>
          <a:lstStyle>
            <a:lvl1pPr>
              <a:defRPr sz="1815"/>
            </a:lvl1pPr>
            <a:lvl2pPr>
              <a:defRPr sz="1650"/>
            </a:lvl2pPr>
            <a:lvl3pPr>
              <a:defRPr sz="1485"/>
            </a:lvl3pPr>
            <a:lvl4pPr>
              <a:defRPr sz="1320"/>
            </a:lvl4pPr>
            <a:lvl5pPr>
              <a:defRPr sz="1320"/>
            </a:lvl5pPr>
            <a:lvl6pPr>
              <a:defRPr sz="1320"/>
            </a:lvl6pPr>
            <a:lvl7pPr>
              <a:defRPr sz="1320"/>
            </a:lvl7pPr>
            <a:lvl8pPr>
              <a:defRPr sz="1320"/>
            </a:lvl8pPr>
            <a:lvl9pPr>
              <a:defRPr sz="132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398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0100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8665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2975" y="1243584"/>
            <a:ext cx="3118104" cy="1969008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33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2245" y="1243584"/>
            <a:ext cx="4564602" cy="5285232"/>
          </a:xfrm>
        </p:spPr>
        <p:txBody>
          <a:bodyPr/>
          <a:lstStyle>
            <a:lvl1pPr>
              <a:defRPr sz="2640"/>
            </a:lvl1pPr>
            <a:lvl2pPr>
              <a:defRPr sz="2310"/>
            </a:lvl2pPr>
            <a:lvl3pPr>
              <a:defRPr sz="1980"/>
            </a:lvl3pPr>
            <a:lvl4pPr>
              <a:defRPr sz="1650"/>
            </a:lvl4pPr>
            <a:lvl5pPr>
              <a:defRPr sz="1650"/>
            </a:lvl5pPr>
            <a:lvl6pPr>
              <a:defRPr sz="1650"/>
            </a:lvl6pPr>
            <a:lvl7pPr>
              <a:defRPr sz="1650"/>
            </a:lvl7pPr>
            <a:lvl8pPr>
              <a:defRPr sz="1650"/>
            </a:lvl8pPr>
            <a:lvl9pPr>
              <a:defRPr sz="16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42975" y="3212592"/>
            <a:ext cx="3118104" cy="3316224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80"/>
              </a:spcBef>
              <a:buNone/>
              <a:defRPr sz="1403"/>
            </a:lvl1pPr>
            <a:lvl2pPr marL="377190" indent="0">
              <a:buNone/>
              <a:defRPr sz="990"/>
            </a:lvl2pPr>
            <a:lvl3pPr marL="754380" indent="0">
              <a:buNone/>
              <a:defRPr sz="825"/>
            </a:lvl3pPr>
            <a:lvl4pPr marL="1131570" indent="0">
              <a:buNone/>
              <a:defRPr sz="743"/>
            </a:lvl4pPr>
            <a:lvl5pPr marL="1508760" indent="0">
              <a:buNone/>
              <a:defRPr sz="743"/>
            </a:lvl5pPr>
            <a:lvl6pPr marL="1885950" indent="0">
              <a:buNone/>
              <a:defRPr sz="743"/>
            </a:lvl6pPr>
            <a:lvl7pPr marL="2263140" indent="0">
              <a:buNone/>
              <a:defRPr sz="743"/>
            </a:lvl7pPr>
            <a:lvl8pPr marL="2640330" indent="0">
              <a:buNone/>
              <a:defRPr sz="743"/>
            </a:lvl8pPr>
            <a:lvl9pPr marL="3017520" indent="0">
              <a:buNone/>
              <a:defRPr sz="74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8326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2975" y="1243584"/>
            <a:ext cx="3118104" cy="1969008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33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21018" y="1212494"/>
            <a:ext cx="4683473" cy="5264507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310"/>
            </a:lvl1pPr>
            <a:lvl2pPr marL="377190" indent="0">
              <a:buNone/>
              <a:defRPr sz="2310"/>
            </a:lvl2pPr>
            <a:lvl3pPr marL="754380" indent="0">
              <a:buNone/>
              <a:defRPr sz="1980"/>
            </a:lvl3pPr>
            <a:lvl4pPr marL="1131570" indent="0">
              <a:buNone/>
              <a:defRPr sz="1650"/>
            </a:lvl4pPr>
            <a:lvl5pPr marL="1508760" indent="0">
              <a:buNone/>
              <a:defRPr sz="1650"/>
            </a:lvl5pPr>
            <a:lvl6pPr marL="1885950" indent="0">
              <a:buNone/>
              <a:defRPr sz="1650"/>
            </a:lvl6pPr>
            <a:lvl7pPr marL="2263140" indent="0">
              <a:buNone/>
              <a:defRPr sz="1650"/>
            </a:lvl7pPr>
            <a:lvl8pPr marL="2640330" indent="0">
              <a:buNone/>
              <a:defRPr sz="1650"/>
            </a:lvl8pPr>
            <a:lvl9pPr marL="3017520" indent="0">
              <a:buNone/>
              <a:defRPr sz="165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42975" y="3212592"/>
            <a:ext cx="3118104" cy="326440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80"/>
              </a:spcBef>
              <a:buNone/>
              <a:defRPr sz="1403"/>
            </a:lvl1pPr>
            <a:lvl2pPr marL="377190" indent="0">
              <a:buNone/>
              <a:defRPr sz="990"/>
            </a:lvl2pPr>
            <a:lvl3pPr marL="754380" indent="0">
              <a:buNone/>
              <a:defRPr sz="825"/>
            </a:lvl3pPr>
            <a:lvl4pPr marL="1131570" indent="0">
              <a:buNone/>
              <a:defRPr sz="743"/>
            </a:lvl4pPr>
            <a:lvl5pPr marL="1508760" indent="0">
              <a:buNone/>
              <a:defRPr sz="743"/>
            </a:lvl5pPr>
            <a:lvl6pPr marL="1885950" indent="0">
              <a:buNone/>
              <a:defRPr sz="743"/>
            </a:lvl6pPr>
            <a:lvl7pPr marL="2263140" indent="0">
              <a:buNone/>
              <a:defRPr sz="743"/>
            </a:lvl7pPr>
            <a:lvl8pPr marL="2640330" indent="0">
              <a:buNone/>
              <a:defRPr sz="743"/>
            </a:lvl8pPr>
            <a:lvl9pPr marL="3017520" indent="0">
              <a:buNone/>
              <a:defRPr sz="74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8323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8187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98043" y="863600"/>
            <a:ext cx="1917383" cy="61315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42975" y="863600"/>
            <a:ext cx="6129338" cy="613156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5840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111122" y="2687725"/>
            <a:ext cx="4446905" cy="18275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400" b="0" i="0">
                <a:solidFill>
                  <a:srgbClr val="262626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3761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01168" y="207264"/>
            <a:ext cx="9656064" cy="7357872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42975" y="690880"/>
            <a:ext cx="8147304" cy="15372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2977" y="2331720"/>
            <a:ext cx="8145118" cy="4577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42972" y="7053674"/>
            <a:ext cx="1921487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accent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58048" y="7053674"/>
            <a:ext cx="3892164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96864" y="7053674"/>
            <a:ext cx="1407629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accent1"/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330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</p:sldLayoutIdLst>
  <p:txStyles>
    <p:titleStyle>
      <a:lvl1pPr algn="l" defTabSz="75438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88595" indent="-150876" algn="l" defTabSz="754380" rtl="0" eaLnBrk="1" latinLnBrk="0" hangingPunct="1">
        <a:lnSpc>
          <a:spcPct val="90000"/>
        </a:lnSpc>
        <a:spcBef>
          <a:spcPts val="11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377190" indent="-150876" algn="l" defTabSz="754380" rtl="0" eaLnBrk="1" latinLnBrk="0" hangingPunct="1">
        <a:lnSpc>
          <a:spcPct val="90000"/>
        </a:lnSpc>
        <a:spcBef>
          <a:spcPts val="165"/>
        </a:spcBef>
        <a:spcAft>
          <a:spcPts val="330"/>
        </a:spcAft>
        <a:buClr>
          <a:schemeClr val="accent1"/>
        </a:buClr>
        <a:buSzPct val="80000"/>
        <a:buFont typeface="Corbel" pitchFamily="34" charset="0"/>
        <a:buChar char="•"/>
        <a:defRPr sz="1980" kern="1200">
          <a:solidFill>
            <a:schemeClr val="accent1"/>
          </a:solidFill>
          <a:latin typeface="+mn-lt"/>
          <a:ea typeface="+mn-ea"/>
          <a:cs typeface="+mn-cs"/>
        </a:defRPr>
      </a:lvl2pPr>
      <a:lvl3pPr marL="603504" indent="-150876" algn="l" defTabSz="754380" rtl="0" eaLnBrk="1" latinLnBrk="0" hangingPunct="1">
        <a:lnSpc>
          <a:spcPct val="90000"/>
        </a:lnSpc>
        <a:spcBef>
          <a:spcPts val="165"/>
        </a:spcBef>
        <a:spcAft>
          <a:spcPts val="330"/>
        </a:spcAft>
        <a:buClr>
          <a:schemeClr val="accent1"/>
        </a:buClr>
        <a:buSzPct val="80000"/>
        <a:buFont typeface="Corbel" pitchFamily="34" charset="0"/>
        <a:buChar char="•"/>
        <a:defRPr sz="1760" kern="1200">
          <a:solidFill>
            <a:schemeClr val="accent1"/>
          </a:solidFill>
          <a:latin typeface="+mn-lt"/>
          <a:ea typeface="+mn-ea"/>
          <a:cs typeface="+mn-cs"/>
        </a:defRPr>
      </a:lvl3pPr>
      <a:lvl4pPr marL="829818" indent="-150876" algn="l" defTabSz="754380" rtl="0" eaLnBrk="1" latinLnBrk="0" hangingPunct="1">
        <a:lnSpc>
          <a:spcPct val="90000"/>
        </a:lnSpc>
        <a:spcBef>
          <a:spcPts val="165"/>
        </a:spcBef>
        <a:spcAft>
          <a:spcPts val="330"/>
        </a:spcAft>
        <a:buClr>
          <a:schemeClr val="accent1"/>
        </a:buClr>
        <a:buSzPct val="80000"/>
        <a:buFont typeface="Corbel" pitchFamily="34" charset="0"/>
        <a:buChar char="•"/>
        <a:defRPr sz="154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012132" indent="-150876" algn="l" defTabSz="754380" rtl="0" eaLnBrk="1" latinLnBrk="0" hangingPunct="1">
        <a:lnSpc>
          <a:spcPct val="90000"/>
        </a:lnSpc>
        <a:spcBef>
          <a:spcPts val="165"/>
        </a:spcBef>
        <a:spcAft>
          <a:spcPts val="330"/>
        </a:spcAft>
        <a:buClr>
          <a:schemeClr val="accent1"/>
        </a:buClr>
        <a:buSzPct val="80000"/>
        <a:buFont typeface="Corbel" pitchFamily="34" charset="0"/>
        <a:buChar char="•"/>
        <a:defRPr sz="154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210000" indent="-188595" algn="l" defTabSz="754380" rtl="0" eaLnBrk="1" latinLnBrk="0" hangingPunct="1">
        <a:lnSpc>
          <a:spcPct val="90000"/>
        </a:lnSpc>
        <a:spcBef>
          <a:spcPts val="165"/>
        </a:spcBef>
        <a:spcAft>
          <a:spcPts val="330"/>
        </a:spcAft>
        <a:buClr>
          <a:schemeClr val="accent1"/>
        </a:buClr>
        <a:buSzPct val="80000"/>
        <a:buFont typeface="Corbel" pitchFamily="34" charset="0"/>
        <a:buChar char="•"/>
        <a:defRPr sz="154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430000" indent="-188595" algn="l" defTabSz="754380" rtl="0" eaLnBrk="1" latinLnBrk="0" hangingPunct="1">
        <a:lnSpc>
          <a:spcPct val="90000"/>
        </a:lnSpc>
        <a:spcBef>
          <a:spcPts val="165"/>
        </a:spcBef>
        <a:spcAft>
          <a:spcPts val="330"/>
        </a:spcAft>
        <a:buClr>
          <a:schemeClr val="accent1"/>
        </a:buClr>
        <a:buSzPct val="80000"/>
        <a:buFont typeface="Corbel" pitchFamily="34" charset="0"/>
        <a:buChar char="•"/>
        <a:defRPr sz="1540" kern="1200">
          <a:solidFill>
            <a:schemeClr val="accent1"/>
          </a:solidFill>
          <a:latin typeface="+mn-lt"/>
          <a:ea typeface="+mn-ea"/>
          <a:cs typeface="+mn-cs"/>
        </a:defRPr>
      </a:lvl7pPr>
      <a:lvl8pPr marL="1650000" indent="-188595" algn="l" defTabSz="754380" rtl="0" eaLnBrk="1" latinLnBrk="0" hangingPunct="1">
        <a:lnSpc>
          <a:spcPct val="90000"/>
        </a:lnSpc>
        <a:spcBef>
          <a:spcPts val="165"/>
        </a:spcBef>
        <a:spcAft>
          <a:spcPts val="330"/>
        </a:spcAft>
        <a:buClr>
          <a:schemeClr val="accent1"/>
        </a:buClr>
        <a:buSzPct val="80000"/>
        <a:buFont typeface="Corbel" pitchFamily="34" charset="0"/>
        <a:buChar char="•"/>
        <a:defRPr sz="1540" kern="1200">
          <a:solidFill>
            <a:schemeClr val="accent1"/>
          </a:solidFill>
          <a:latin typeface="+mn-lt"/>
          <a:ea typeface="+mn-ea"/>
          <a:cs typeface="+mn-cs"/>
        </a:defRPr>
      </a:lvl8pPr>
      <a:lvl9pPr marL="1870000" indent="-188595" algn="l" defTabSz="754380" rtl="0" eaLnBrk="1" latinLnBrk="0" hangingPunct="1">
        <a:lnSpc>
          <a:spcPct val="90000"/>
        </a:lnSpc>
        <a:spcBef>
          <a:spcPts val="165"/>
        </a:spcBef>
        <a:spcAft>
          <a:spcPts val="330"/>
        </a:spcAft>
        <a:buClr>
          <a:schemeClr val="accent1"/>
        </a:buClr>
        <a:buSzPct val="80000"/>
        <a:buFont typeface="Corbel" pitchFamily="34" charset="0"/>
        <a:buChar char="•"/>
        <a:defRPr sz="154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1pPr>
      <a:lvl2pPr marL="37719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2pPr>
      <a:lvl3pPr marL="75438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3pPr>
      <a:lvl4pPr marL="113157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4pPr>
      <a:lvl5pPr marL="150876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6pPr>
      <a:lvl7pPr marL="226314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7pPr>
      <a:lvl8pPr marL="264033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8pPr>
      <a:lvl9pPr marL="301752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2ABE273-A57A-4523-99C5-F4D7F45110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1A15CF5-392D-404A-8095-DD2085F2FB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0690" y="276352"/>
            <a:ext cx="9672828" cy="7228330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546030" y="789577"/>
            <a:ext cx="2945671" cy="61192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 marR="5080" defTabSz="914400"/>
            <a:r>
              <a:rPr lang="en-US" sz="3100" spc="-40" dirty="0">
                <a:solidFill>
                  <a:srgbClr val="FFFFFF"/>
                </a:solidFill>
                <a:latin typeface="+mj-lt"/>
                <a:cs typeface="+mj-cs"/>
              </a:rPr>
              <a:t>Midbrain</a:t>
            </a:r>
            <a:r>
              <a:rPr lang="en-US" sz="3100" spc="-295" dirty="0">
                <a:solidFill>
                  <a:srgbClr val="FFFFFF"/>
                </a:solidFill>
                <a:latin typeface="+mj-lt"/>
                <a:cs typeface="+mj-cs"/>
              </a:rPr>
              <a:t> </a:t>
            </a:r>
            <a:r>
              <a:rPr lang="en-US" sz="3100" spc="-25" dirty="0">
                <a:solidFill>
                  <a:srgbClr val="FFFFFF"/>
                </a:solidFill>
                <a:latin typeface="+mj-lt"/>
                <a:cs typeface="+mj-cs"/>
              </a:rPr>
              <a:t>and </a:t>
            </a:r>
            <a:r>
              <a:rPr lang="en-US" sz="3100" spc="-60" dirty="0">
                <a:solidFill>
                  <a:srgbClr val="FFFFFF"/>
                </a:solidFill>
                <a:latin typeface="+mj-lt"/>
                <a:cs typeface="+mj-cs"/>
              </a:rPr>
              <a:t>Diencephalon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D0F74E7-7AA9-4171-BCD1-C325B7632D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3839419" y="2328802"/>
            <a:ext cx="0" cy="310896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object 3"/>
          <p:cNvSpPr txBox="1"/>
          <p:nvPr/>
        </p:nvSpPr>
        <p:spPr>
          <a:xfrm>
            <a:off x="4187137" y="690880"/>
            <a:ext cx="5246199" cy="62179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 indent="-182880" defTabSz="914400">
              <a:lnSpc>
                <a:spcPct val="90000"/>
              </a:lnSpc>
              <a:spcBef>
                <a:spcPts val="100"/>
              </a:spcBef>
              <a:buClr>
                <a:schemeClr val="accent1"/>
              </a:buClr>
              <a:buSzPct val="80000"/>
              <a:buFont typeface="Corbel" pitchFamily="34" charset="0"/>
              <a:buChar char="•"/>
            </a:pPr>
            <a:r>
              <a:rPr lang="en-US" sz="1900" b="0" spc="110" dirty="0">
                <a:solidFill>
                  <a:srgbClr val="FFFFFF"/>
                </a:solidFill>
              </a:rPr>
              <a:t>NSC</a:t>
            </a:r>
            <a:r>
              <a:rPr lang="en-US" sz="1900" b="0" spc="305" dirty="0">
                <a:solidFill>
                  <a:srgbClr val="FFFFFF"/>
                </a:solidFill>
              </a:rPr>
              <a:t> </a:t>
            </a:r>
            <a:r>
              <a:rPr lang="en-US" sz="1900" b="0" spc="120" dirty="0">
                <a:solidFill>
                  <a:srgbClr val="FFFFFF"/>
                </a:solidFill>
              </a:rPr>
              <a:t>4130</a:t>
            </a:r>
            <a:r>
              <a:rPr lang="en-US" sz="1900" b="0" spc="310" dirty="0">
                <a:solidFill>
                  <a:srgbClr val="FFFFFF"/>
                </a:solidFill>
              </a:rPr>
              <a:t> </a:t>
            </a:r>
            <a:r>
              <a:rPr lang="en-US" sz="1900" b="0" spc="80" dirty="0">
                <a:solidFill>
                  <a:srgbClr val="FFFFFF"/>
                </a:solidFill>
              </a:rPr>
              <a:t>LAB 8</a:t>
            </a:r>
            <a:endParaRPr lang="en-US" sz="1900" dirty="0">
              <a:solidFill>
                <a:srgbClr val="FFFFFF"/>
              </a:solidFill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09600" y="647700"/>
            <a:ext cx="9138684" cy="6477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Midbrain</a:t>
            </a:r>
            <a:r>
              <a:rPr spc="-165" dirty="0"/>
              <a:t> </a:t>
            </a:r>
            <a:r>
              <a:rPr spc="-30" dirty="0"/>
              <a:t>Functions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38352" y="2503823"/>
            <a:ext cx="3529965" cy="2861945"/>
          </a:xfrm>
          <a:prstGeom prst="rect">
            <a:avLst/>
          </a:prstGeom>
        </p:spPr>
        <p:txBody>
          <a:bodyPr vert="horz" wrap="square" lIns="0" tIns="116205" rIns="0" bIns="0" rtlCol="0">
            <a:spAutoFit/>
          </a:bodyPr>
          <a:lstStyle/>
          <a:p>
            <a:pPr marL="97790" indent="-85725">
              <a:lnSpc>
                <a:spcPct val="100000"/>
              </a:lnSpc>
              <a:spcBef>
                <a:spcPts val="915"/>
              </a:spcBef>
              <a:buClr>
                <a:srgbClr val="99CB38"/>
              </a:buClr>
              <a:buSzPct val="94736"/>
              <a:buFont typeface="Arial"/>
              <a:buChar char="•"/>
              <a:tabLst>
                <a:tab pos="98425" algn="l"/>
              </a:tabLst>
            </a:pPr>
            <a:r>
              <a:rPr sz="1900" dirty="0">
                <a:solidFill>
                  <a:srgbClr val="404040"/>
                </a:solidFill>
                <a:latin typeface="Calibri"/>
                <a:cs typeface="Calibri"/>
              </a:rPr>
              <a:t>Also known</a:t>
            </a:r>
            <a:r>
              <a:rPr sz="19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404040"/>
                </a:solidFill>
                <a:latin typeface="Calibri"/>
                <a:cs typeface="Calibri"/>
              </a:rPr>
              <a:t>as the</a:t>
            </a:r>
            <a:r>
              <a:rPr sz="19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Calibri"/>
                <a:cs typeface="Calibri"/>
              </a:rPr>
              <a:t>Mesencephalon</a:t>
            </a:r>
            <a:endParaRPr sz="1900" dirty="0">
              <a:latin typeface="Calibri"/>
              <a:cs typeface="Calibri"/>
            </a:endParaRPr>
          </a:p>
          <a:p>
            <a:pPr marL="97790" indent="-85725">
              <a:lnSpc>
                <a:spcPct val="100000"/>
              </a:lnSpc>
              <a:spcBef>
                <a:spcPts val="815"/>
              </a:spcBef>
              <a:buClr>
                <a:srgbClr val="99CB38"/>
              </a:buClr>
              <a:buSzPct val="94736"/>
              <a:buFont typeface="Arial"/>
              <a:buChar char="•"/>
              <a:tabLst>
                <a:tab pos="98425" algn="l"/>
              </a:tabLst>
            </a:pPr>
            <a:r>
              <a:rPr sz="1900" dirty="0">
                <a:solidFill>
                  <a:srgbClr val="404040"/>
                </a:solidFill>
                <a:latin typeface="Calibri"/>
                <a:cs typeface="Calibri"/>
              </a:rPr>
              <a:t>Associated</a:t>
            </a:r>
            <a:r>
              <a:rPr sz="19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Calibri"/>
                <a:cs typeface="Calibri"/>
              </a:rPr>
              <a:t>senses:</a:t>
            </a:r>
            <a:endParaRPr sz="1900" dirty="0">
              <a:latin typeface="Calibri"/>
              <a:cs typeface="Calibri"/>
            </a:endParaRPr>
          </a:p>
          <a:p>
            <a:pPr marL="318135" lvl="1" indent="-146050">
              <a:lnSpc>
                <a:spcPct val="100000"/>
              </a:lnSpc>
              <a:spcBef>
                <a:spcPts val="110"/>
              </a:spcBef>
              <a:buClr>
                <a:srgbClr val="99CB38"/>
              </a:buClr>
              <a:buFont typeface="Arial"/>
              <a:buChar char="•"/>
              <a:tabLst>
                <a:tab pos="318770" algn="l"/>
              </a:tabLst>
            </a:pP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Vision</a:t>
            </a:r>
            <a:endParaRPr sz="1600" dirty="0">
              <a:latin typeface="Calibri"/>
              <a:cs typeface="Calibri"/>
            </a:endParaRPr>
          </a:p>
          <a:p>
            <a:pPr marL="318135" lvl="1" indent="-146050">
              <a:lnSpc>
                <a:spcPct val="100000"/>
              </a:lnSpc>
              <a:spcBef>
                <a:spcPts val="285"/>
              </a:spcBef>
              <a:buClr>
                <a:srgbClr val="99CB38"/>
              </a:buClr>
              <a:buFont typeface="Arial"/>
              <a:buChar char="•"/>
              <a:tabLst>
                <a:tab pos="318770" algn="l"/>
              </a:tabLst>
            </a:pP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Hearing</a:t>
            </a:r>
            <a:endParaRPr sz="1600" dirty="0">
              <a:latin typeface="Calibri"/>
              <a:cs typeface="Calibri"/>
            </a:endParaRPr>
          </a:p>
          <a:p>
            <a:pPr marL="97790" indent="-85725">
              <a:lnSpc>
                <a:spcPct val="100000"/>
              </a:lnSpc>
              <a:spcBef>
                <a:spcPts val="994"/>
              </a:spcBef>
              <a:buClr>
                <a:srgbClr val="99CB38"/>
              </a:buClr>
              <a:buSzPct val="94736"/>
              <a:buFont typeface="Arial"/>
              <a:buChar char="•"/>
              <a:tabLst>
                <a:tab pos="98425" algn="l"/>
              </a:tabLst>
            </a:pPr>
            <a:r>
              <a:rPr sz="1900" dirty="0">
                <a:solidFill>
                  <a:srgbClr val="404040"/>
                </a:solidFill>
                <a:latin typeface="Calibri"/>
                <a:cs typeface="Calibri"/>
              </a:rPr>
              <a:t>Associated</a:t>
            </a:r>
            <a:r>
              <a:rPr sz="19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404040"/>
                </a:solidFill>
                <a:latin typeface="Calibri"/>
                <a:cs typeface="Calibri"/>
              </a:rPr>
              <a:t>autonomic</a:t>
            </a:r>
            <a:r>
              <a:rPr sz="19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Calibri"/>
                <a:cs typeface="Calibri"/>
              </a:rPr>
              <a:t>functions</a:t>
            </a:r>
            <a:endParaRPr sz="1900" dirty="0">
              <a:latin typeface="Calibri"/>
              <a:cs typeface="Calibri"/>
            </a:endParaRPr>
          </a:p>
          <a:p>
            <a:pPr marL="318135" lvl="1" indent="-146050">
              <a:lnSpc>
                <a:spcPct val="100000"/>
              </a:lnSpc>
              <a:spcBef>
                <a:spcPts val="204"/>
              </a:spcBef>
              <a:buClr>
                <a:srgbClr val="99CB38"/>
              </a:buClr>
              <a:buFont typeface="Arial"/>
              <a:buChar char="•"/>
              <a:tabLst>
                <a:tab pos="318770" algn="l"/>
              </a:tabLst>
            </a:pP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Motor</a:t>
            </a:r>
            <a:r>
              <a:rPr sz="16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control</a:t>
            </a:r>
            <a:endParaRPr sz="1600" dirty="0">
              <a:latin typeface="Calibri"/>
              <a:cs typeface="Calibri"/>
            </a:endParaRPr>
          </a:p>
          <a:p>
            <a:pPr marL="318135" lvl="1" indent="-146050">
              <a:lnSpc>
                <a:spcPct val="100000"/>
              </a:lnSpc>
              <a:spcBef>
                <a:spcPts val="195"/>
              </a:spcBef>
              <a:buClr>
                <a:srgbClr val="99CB38"/>
              </a:buClr>
              <a:buFont typeface="Arial"/>
              <a:buChar char="•"/>
              <a:tabLst>
                <a:tab pos="318770" algn="l"/>
              </a:tabLst>
            </a:pP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Sleep/wake</a:t>
            </a:r>
            <a:endParaRPr sz="1600" dirty="0">
              <a:latin typeface="Calibri"/>
              <a:cs typeface="Calibri"/>
            </a:endParaRPr>
          </a:p>
          <a:p>
            <a:pPr marL="318135" lvl="1" indent="-146050">
              <a:lnSpc>
                <a:spcPct val="100000"/>
              </a:lnSpc>
              <a:spcBef>
                <a:spcPts val="260"/>
              </a:spcBef>
              <a:buClr>
                <a:srgbClr val="99CB38"/>
              </a:buClr>
              <a:buFont typeface="Arial"/>
              <a:buChar char="•"/>
              <a:tabLst>
                <a:tab pos="318770" algn="l"/>
              </a:tabLst>
            </a:pP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Arousal</a:t>
            </a:r>
            <a:r>
              <a:rPr sz="16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(alertness)</a:t>
            </a:r>
            <a:endParaRPr sz="1600" dirty="0">
              <a:latin typeface="Calibri"/>
              <a:cs typeface="Calibri"/>
            </a:endParaRPr>
          </a:p>
          <a:p>
            <a:pPr marL="318135" lvl="1" indent="-146050">
              <a:lnSpc>
                <a:spcPct val="100000"/>
              </a:lnSpc>
              <a:spcBef>
                <a:spcPts val="290"/>
              </a:spcBef>
              <a:buClr>
                <a:srgbClr val="99CB38"/>
              </a:buClr>
              <a:buFont typeface="Arial"/>
              <a:buChar char="•"/>
              <a:tabLst>
                <a:tab pos="318770" algn="l"/>
              </a:tabLst>
            </a:pPr>
            <a:r>
              <a:rPr sz="1600" spc="-30" dirty="0">
                <a:solidFill>
                  <a:srgbClr val="404040"/>
                </a:solidFill>
                <a:latin typeface="Calibri"/>
                <a:cs typeface="Calibri"/>
              </a:rPr>
              <a:t>Temperature</a:t>
            </a:r>
            <a:r>
              <a:rPr sz="16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regulation</a:t>
            </a:r>
            <a:endParaRPr sz="1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51658" y="153872"/>
            <a:ext cx="9555084" cy="746465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922D352-D3DD-F97D-643B-E294AE91414D}"/>
              </a:ext>
            </a:extLst>
          </p:cNvPr>
          <p:cNvSpPr txBox="1"/>
          <p:nvPr/>
        </p:nvSpPr>
        <p:spPr>
          <a:xfrm>
            <a:off x="31173" y="29181"/>
            <a:ext cx="1828800" cy="10772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Rostral Midbrain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Midbrain</a:t>
            </a:r>
            <a:r>
              <a:rPr spc="-165" dirty="0"/>
              <a:t> </a:t>
            </a:r>
            <a:r>
              <a:rPr spc="-35" dirty="0"/>
              <a:t>Structures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49225" indent="-99060">
              <a:lnSpc>
                <a:spcPct val="100000"/>
              </a:lnSpc>
              <a:spcBef>
                <a:spcPts val="330"/>
              </a:spcBef>
              <a:buClr>
                <a:srgbClr val="99CB38"/>
              </a:buClr>
              <a:buSzPct val="95454"/>
              <a:buFont typeface="Arial"/>
              <a:buChar char="•"/>
              <a:tabLst>
                <a:tab pos="149860" algn="l"/>
              </a:tabLst>
            </a:pPr>
            <a:r>
              <a:rPr spc="-10" dirty="0"/>
              <a:t>Tectum</a:t>
            </a:r>
          </a:p>
          <a:p>
            <a:pPr marL="356235" lvl="1" indent="-146050">
              <a:lnSpc>
                <a:spcPct val="100000"/>
              </a:lnSpc>
              <a:spcBef>
                <a:spcPts val="165"/>
              </a:spcBef>
              <a:buClr>
                <a:srgbClr val="99CB38"/>
              </a:buClr>
              <a:buFont typeface="Arial"/>
              <a:buChar char="•"/>
              <a:tabLst>
                <a:tab pos="356870" algn="l"/>
              </a:tabLst>
            </a:pP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Dorsal</a:t>
            </a:r>
            <a:r>
              <a:rPr sz="16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side</a:t>
            </a:r>
            <a:r>
              <a:rPr sz="16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16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16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midbrain</a:t>
            </a:r>
            <a:endParaRPr sz="1600">
              <a:latin typeface="Calibri"/>
              <a:cs typeface="Calibri"/>
            </a:endParaRPr>
          </a:p>
          <a:p>
            <a:pPr marL="356235" lvl="1" indent="-146050">
              <a:lnSpc>
                <a:spcPct val="100000"/>
              </a:lnSpc>
              <a:spcBef>
                <a:spcPts val="265"/>
              </a:spcBef>
              <a:buClr>
                <a:srgbClr val="99CB38"/>
              </a:buClr>
              <a:buFont typeface="Arial"/>
              <a:buChar char="•"/>
              <a:tabLst>
                <a:tab pos="356870" algn="l"/>
              </a:tabLst>
            </a:pP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Reflex</a:t>
            </a:r>
            <a:r>
              <a:rPr sz="16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actions</a:t>
            </a:r>
            <a:r>
              <a:rPr sz="16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in</a:t>
            </a:r>
            <a:r>
              <a:rPr sz="16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connection</a:t>
            </a:r>
            <a:r>
              <a:rPr sz="16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with</a:t>
            </a:r>
            <a:r>
              <a:rPr sz="16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visual</a:t>
            </a:r>
            <a:r>
              <a:rPr sz="16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or</a:t>
            </a:r>
            <a:r>
              <a:rPr sz="16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auditory</a:t>
            </a:r>
            <a:r>
              <a:rPr sz="16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stimuli.</a:t>
            </a:r>
            <a:endParaRPr sz="1600">
              <a:latin typeface="Calibri"/>
              <a:cs typeface="Calibri"/>
            </a:endParaRPr>
          </a:p>
          <a:p>
            <a:pPr marL="38100" lvl="1">
              <a:lnSpc>
                <a:spcPct val="100000"/>
              </a:lnSpc>
              <a:spcBef>
                <a:spcPts val="55"/>
              </a:spcBef>
              <a:buClr>
                <a:srgbClr val="99CB38"/>
              </a:buClr>
              <a:buFont typeface="Arial"/>
              <a:buChar char="•"/>
            </a:pPr>
            <a:endParaRPr sz="2000"/>
          </a:p>
          <a:p>
            <a:pPr marL="356235" lvl="1" indent="-146050">
              <a:lnSpc>
                <a:spcPct val="100000"/>
              </a:lnSpc>
              <a:buClr>
                <a:srgbClr val="99CB38"/>
              </a:buClr>
              <a:buFont typeface="Arial"/>
              <a:buChar char="•"/>
              <a:tabLst>
                <a:tab pos="356870" algn="l"/>
              </a:tabLst>
            </a:pPr>
            <a:r>
              <a:rPr sz="1600" b="1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1600" b="1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404040"/>
                </a:solidFill>
                <a:latin typeface="Calibri"/>
                <a:cs typeface="Calibri"/>
              </a:rPr>
              <a:t>reticulospinal</a:t>
            </a:r>
            <a:r>
              <a:rPr sz="1600" b="1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b="1" spc="-20" dirty="0">
                <a:solidFill>
                  <a:srgbClr val="404040"/>
                </a:solidFill>
                <a:latin typeface="Calibri"/>
                <a:cs typeface="Calibri"/>
              </a:rPr>
              <a:t>tract-</a:t>
            </a:r>
            <a:r>
              <a:rPr sz="1600" b="1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exerts</a:t>
            </a:r>
            <a:r>
              <a:rPr sz="16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some</a:t>
            </a:r>
            <a:r>
              <a:rPr sz="16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control</a:t>
            </a:r>
            <a:r>
              <a:rPr sz="16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over</a:t>
            </a:r>
            <a:r>
              <a:rPr sz="16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alertness</a:t>
            </a:r>
            <a:r>
              <a:rPr sz="16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16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takes</a:t>
            </a:r>
            <a:r>
              <a:rPr sz="16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input</a:t>
            </a:r>
            <a:r>
              <a:rPr sz="16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from</a:t>
            </a:r>
            <a:r>
              <a:rPr sz="16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16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tectum.</a:t>
            </a:r>
            <a:endParaRPr sz="1600">
              <a:latin typeface="Calibri"/>
              <a:cs typeface="Calibri"/>
            </a:endParaRPr>
          </a:p>
          <a:p>
            <a:pPr marL="38100" lvl="1">
              <a:lnSpc>
                <a:spcPct val="100000"/>
              </a:lnSpc>
              <a:spcBef>
                <a:spcPts val="50"/>
              </a:spcBef>
              <a:buClr>
                <a:srgbClr val="99CB38"/>
              </a:buClr>
              <a:buFont typeface="Arial"/>
              <a:buChar char="•"/>
            </a:pPr>
            <a:endParaRPr sz="2100"/>
          </a:p>
          <a:p>
            <a:pPr marL="356235" marR="106680" lvl="1" indent="-146050">
              <a:lnSpc>
                <a:spcPts val="1700"/>
              </a:lnSpc>
              <a:spcBef>
                <a:spcPts val="5"/>
              </a:spcBef>
              <a:buClr>
                <a:srgbClr val="99CB38"/>
              </a:buClr>
              <a:buFont typeface="Arial"/>
              <a:buChar char="•"/>
              <a:tabLst>
                <a:tab pos="356870" algn="l"/>
              </a:tabLst>
            </a:pPr>
            <a:r>
              <a:rPr sz="1600" b="1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1600" b="1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404040"/>
                </a:solidFill>
                <a:latin typeface="Calibri"/>
                <a:cs typeface="Calibri"/>
              </a:rPr>
              <a:t>superior</a:t>
            </a:r>
            <a:r>
              <a:rPr sz="1600" b="1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404040"/>
                </a:solidFill>
                <a:latin typeface="Calibri"/>
                <a:cs typeface="Calibri"/>
              </a:rPr>
              <a:t>colliculi</a:t>
            </a:r>
            <a:r>
              <a:rPr sz="1600" b="1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–</a:t>
            </a:r>
            <a:r>
              <a:rPr sz="16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process</a:t>
            </a:r>
            <a:r>
              <a:rPr sz="16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visual</a:t>
            </a:r>
            <a:r>
              <a:rPr sz="16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20" dirty="0">
                <a:solidFill>
                  <a:srgbClr val="404040"/>
                </a:solidFill>
                <a:latin typeface="Calibri"/>
                <a:cs typeface="Calibri"/>
              </a:rPr>
              <a:t>information,</a:t>
            </a:r>
            <a:r>
              <a:rPr sz="16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aid</a:t>
            </a:r>
            <a:r>
              <a:rPr sz="16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16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decussation</a:t>
            </a:r>
            <a:r>
              <a:rPr sz="16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16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optic</a:t>
            </a:r>
            <a:r>
              <a:rPr sz="16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nerve</a:t>
            </a:r>
            <a:r>
              <a:rPr sz="16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fibers,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16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sz="16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involved</a:t>
            </a:r>
            <a:r>
              <a:rPr sz="16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in</a:t>
            </a:r>
            <a:r>
              <a:rPr sz="16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saccadic</a:t>
            </a:r>
            <a:r>
              <a:rPr sz="16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eye</a:t>
            </a:r>
            <a:r>
              <a:rPr sz="16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movements.</a:t>
            </a:r>
            <a:endParaRPr sz="1600">
              <a:latin typeface="Calibri"/>
              <a:cs typeface="Calibri"/>
            </a:endParaRPr>
          </a:p>
          <a:p>
            <a:pPr marL="38100" lvl="1">
              <a:lnSpc>
                <a:spcPct val="100000"/>
              </a:lnSpc>
              <a:spcBef>
                <a:spcPts val="10"/>
              </a:spcBef>
              <a:buClr>
                <a:srgbClr val="99CB38"/>
              </a:buClr>
              <a:buFont typeface="Arial"/>
              <a:buChar char="•"/>
            </a:pPr>
            <a:endParaRPr sz="2000"/>
          </a:p>
          <a:p>
            <a:pPr marL="356235" lvl="1" indent="-146050">
              <a:lnSpc>
                <a:spcPct val="100000"/>
              </a:lnSpc>
              <a:spcBef>
                <a:spcPts val="5"/>
              </a:spcBef>
              <a:buClr>
                <a:srgbClr val="99CB38"/>
              </a:buClr>
              <a:buFont typeface="Arial"/>
              <a:buChar char="•"/>
              <a:tabLst>
                <a:tab pos="356870" algn="l"/>
              </a:tabLst>
            </a:pPr>
            <a:r>
              <a:rPr sz="1600" b="1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1600" b="1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404040"/>
                </a:solidFill>
                <a:latin typeface="Calibri"/>
                <a:cs typeface="Calibri"/>
              </a:rPr>
              <a:t>inferior</a:t>
            </a:r>
            <a:r>
              <a:rPr sz="1600" b="1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404040"/>
                </a:solidFill>
                <a:latin typeface="Calibri"/>
                <a:cs typeface="Calibri"/>
              </a:rPr>
              <a:t>colliculi</a:t>
            </a: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-</a:t>
            </a:r>
            <a:r>
              <a:rPr sz="16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process</a:t>
            </a:r>
            <a:r>
              <a:rPr sz="16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certain</a:t>
            </a:r>
            <a:r>
              <a:rPr sz="16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auditory</a:t>
            </a:r>
            <a:r>
              <a:rPr sz="16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information</a:t>
            </a:r>
            <a:r>
              <a:rPr sz="1400" spc="-10" dirty="0">
                <a:solidFill>
                  <a:srgbClr val="404040"/>
                </a:solidFill>
                <a:latin typeface="Calibri"/>
                <a:cs typeface="Calibri"/>
              </a:rPr>
              <a:t>.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4" name="object 2">
            <a:extLst>
              <a:ext uri="{FF2B5EF4-FFF2-40B4-BE49-F238E27FC236}">
                <a16:creationId xmlns:a16="http://schemas.microsoft.com/office/drawing/2014/main" id="{43966867-6537-DC6D-0462-AC1E052EFC22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248400" y="304800"/>
            <a:ext cx="3408966" cy="2663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42975" y="1114518"/>
            <a:ext cx="5229225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0" dirty="0"/>
              <a:t>Tegmentum</a:t>
            </a:r>
            <a:r>
              <a:rPr spc="-150" dirty="0"/>
              <a:t> </a:t>
            </a:r>
            <a:r>
              <a:rPr spc="-35" dirty="0"/>
              <a:t>Structures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38352" y="2580384"/>
            <a:ext cx="3392170" cy="2780030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85090" indent="-73025">
              <a:lnSpc>
                <a:spcPct val="100000"/>
              </a:lnSpc>
              <a:spcBef>
                <a:spcPts val="300"/>
              </a:spcBef>
              <a:buClr>
                <a:srgbClr val="99CB38"/>
              </a:buClr>
              <a:buSzPct val="93750"/>
              <a:buFont typeface="Arial"/>
              <a:buChar char="•"/>
              <a:tabLst>
                <a:tab pos="85725" algn="l"/>
              </a:tabLst>
            </a:pP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Red</a:t>
            </a:r>
            <a:r>
              <a:rPr sz="1600" spc="-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Nuclei</a:t>
            </a:r>
            <a:endParaRPr sz="1600">
              <a:latin typeface="Calibri"/>
              <a:cs typeface="Calibri"/>
            </a:endParaRPr>
          </a:p>
          <a:p>
            <a:pPr marL="318135" lvl="1" indent="-146050">
              <a:lnSpc>
                <a:spcPct val="100000"/>
              </a:lnSpc>
              <a:spcBef>
                <a:spcPts val="175"/>
              </a:spcBef>
              <a:buClr>
                <a:srgbClr val="99CB38"/>
              </a:buClr>
              <a:buFont typeface="Arial"/>
              <a:buChar char="•"/>
              <a:tabLst>
                <a:tab pos="318770" algn="l"/>
              </a:tabLst>
            </a:pPr>
            <a:r>
              <a:rPr sz="1400" spc="-20" dirty="0">
                <a:solidFill>
                  <a:srgbClr val="404040"/>
                </a:solidFill>
                <a:latin typeface="Calibri"/>
                <a:cs typeface="Calibri"/>
              </a:rPr>
              <a:t>Gait</a:t>
            </a:r>
            <a:endParaRPr sz="1400">
              <a:latin typeface="Calibri"/>
              <a:cs typeface="Calibri"/>
            </a:endParaRPr>
          </a:p>
          <a:p>
            <a:pPr marL="85090" indent="-73025">
              <a:lnSpc>
                <a:spcPct val="100000"/>
              </a:lnSpc>
              <a:spcBef>
                <a:spcPts val="1025"/>
              </a:spcBef>
              <a:buClr>
                <a:srgbClr val="99CB38"/>
              </a:buClr>
              <a:buSzPct val="93750"/>
              <a:buFont typeface="Arial"/>
              <a:buChar char="•"/>
              <a:tabLst>
                <a:tab pos="85725" algn="l"/>
              </a:tabLst>
            </a:pP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Medial</a:t>
            </a:r>
            <a:r>
              <a:rPr sz="1600" spc="-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Lemniscus</a:t>
            </a:r>
            <a:endParaRPr sz="1600">
              <a:latin typeface="Calibri"/>
              <a:cs typeface="Calibri"/>
            </a:endParaRPr>
          </a:p>
          <a:p>
            <a:pPr marL="318135" lvl="1" indent="-146050">
              <a:lnSpc>
                <a:spcPct val="100000"/>
              </a:lnSpc>
              <a:spcBef>
                <a:spcPts val="175"/>
              </a:spcBef>
              <a:buClr>
                <a:srgbClr val="99CB38"/>
              </a:buClr>
              <a:buFont typeface="Arial"/>
              <a:buChar char="•"/>
              <a:tabLst>
                <a:tab pos="318770" algn="l"/>
              </a:tabLst>
            </a:pPr>
            <a:r>
              <a:rPr sz="1400" dirty="0">
                <a:solidFill>
                  <a:srgbClr val="404040"/>
                </a:solidFill>
                <a:latin typeface="Calibri"/>
                <a:cs typeface="Calibri"/>
              </a:rPr>
              <a:t>Somatosensation</a:t>
            </a:r>
            <a:r>
              <a:rPr sz="1400" spc="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404040"/>
                </a:solidFill>
                <a:latin typeface="Calibri"/>
                <a:cs typeface="Calibri"/>
              </a:rPr>
              <a:t>from</a:t>
            </a:r>
            <a:r>
              <a:rPr sz="1400" spc="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1400" spc="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404040"/>
                </a:solidFill>
                <a:latin typeface="Calibri"/>
                <a:cs typeface="Calibri"/>
              </a:rPr>
              <a:t>skin</a:t>
            </a:r>
            <a:r>
              <a:rPr sz="1400" spc="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1400" spc="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404040"/>
                </a:solidFill>
                <a:latin typeface="Calibri"/>
                <a:cs typeface="Calibri"/>
              </a:rPr>
              <a:t>joints</a:t>
            </a:r>
            <a:endParaRPr sz="1400">
              <a:latin typeface="Calibri"/>
              <a:cs typeface="Calibri"/>
            </a:endParaRPr>
          </a:p>
          <a:p>
            <a:pPr marL="85090" indent="-73025">
              <a:lnSpc>
                <a:spcPct val="100000"/>
              </a:lnSpc>
              <a:spcBef>
                <a:spcPts val="1145"/>
              </a:spcBef>
              <a:buClr>
                <a:srgbClr val="99CB38"/>
              </a:buClr>
              <a:buSzPct val="93750"/>
              <a:buFont typeface="Arial"/>
              <a:buChar char="•"/>
              <a:tabLst>
                <a:tab pos="85725" algn="l"/>
              </a:tabLst>
            </a:pP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Reticular</a:t>
            </a:r>
            <a:r>
              <a:rPr sz="16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Formation</a:t>
            </a:r>
            <a:endParaRPr sz="1600">
              <a:latin typeface="Calibri"/>
              <a:cs typeface="Calibri"/>
            </a:endParaRPr>
          </a:p>
          <a:p>
            <a:pPr marL="318135" lvl="1" indent="-146050">
              <a:lnSpc>
                <a:spcPct val="100000"/>
              </a:lnSpc>
              <a:spcBef>
                <a:spcPts val="175"/>
              </a:spcBef>
              <a:buClr>
                <a:srgbClr val="99CB38"/>
              </a:buClr>
              <a:buFont typeface="Arial"/>
              <a:buChar char="•"/>
              <a:tabLst>
                <a:tab pos="318770" algn="l"/>
              </a:tabLst>
            </a:pPr>
            <a:r>
              <a:rPr sz="1400" dirty="0">
                <a:solidFill>
                  <a:srgbClr val="404040"/>
                </a:solidFill>
                <a:latin typeface="Calibri"/>
                <a:cs typeface="Calibri"/>
              </a:rPr>
              <a:t>Production</a:t>
            </a:r>
            <a:r>
              <a:rPr sz="1400" spc="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1400" spc="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404040"/>
                </a:solidFill>
                <a:latin typeface="Calibri"/>
                <a:cs typeface="Calibri"/>
              </a:rPr>
              <a:t>serotonin</a:t>
            </a:r>
            <a:endParaRPr sz="1400">
              <a:latin typeface="Calibri"/>
              <a:cs typeface="Calibri"/>
            </a:endParaRPr>
          </a:p>
          <a:p>
            <a:pPr marL="318135" lvl="1" indent="-146050">
              <a:lnSpc>
                <a:spcPct val="100000"/>
              </a:lnSpc>
              <a:spcBef>
                <a:spcPts val="310"/>
              </a:spcBef>
              <a:buClr>
                <a:srgbClr val="99CB38"/>
              </a:buClr>
              <a:buFont typeface="Arial"/>
              <a:buChar char="•"/>
              <a:tabLst>
                <a:tab pos="318770" algn="l"/>
              </a:tabLst>
            </a:pPr>
            <a:r>
              <a:rPr sz="1400" spc="-10" dirty="0">
                <a:solidFill>
                  <a:srgbClr val="404040"/>
                </a:solidFill>
                <a:latin typeface="Calibri"/>
                <a:cs typeface="Calibri"/>
              </a:rPr>
              <a:t>Arousal</a:t>
            </a:r>
            <a:endParaRPr sz="1400">
              <a:latin typeface="Calibri"/>
              <a:cs typeface="Calibri"/>
            </a:endParaRPr>
          </a:p>
          <a:p>
            <a:pPr marL="318135" lvl="1" indent="-146050">
              <a:lnSpc>
                <a:spcPct val="100000"/>
              </a:lnSpc>
              <a:spcBef>
                <a:spcPts val="315"/>
              </a:spcBef>
              <a:buClr>
                <a:srgbClr val="99CB38"/>
              </a:buClr>
              <a:buFont typeface="Arial"/>
              <a:buChar char="•"/>
              <a:tabLst>
                <a:tab pos="318770" algn="l"/>
              </a:tabLst>
            </a:pPr>
            <a:r>
              <a:rPr sz="1400" spc="-10" dirty="0">
                <a:solidFill>
                  <a:srgbClr val="404040"/>
                </a:solidFill>
                <a:latin typeface="Calibri"/>
                <a:cs typeface="Calibri"/>
              </a:rPr>
              <a:t>Consciousness</a:t>
            </a:r>
            <a:endParaRPr sz="1400">
              <a:latin typeface="Calibri"/>
              <a:cs typeface="Calibri"/>
            </a:endParaRPr>
          </a:p>
          <a:p>
            <a:pPr marL="318135" lvl="1" indent="-146050">
              <a:lnSpc>
                <a:spcPct val="100000"/>
              </a:lnSpc>
              <a:spcBef>
                <a:spcPts val="335"/>
              </a:spcBef>
              <a:buClr>
                <a:srgbClr val="99CB38"/>
              </a:buClr>
              <a:buFont typeface="Arial"/>
              <a:buChar char="•"/>
              <a:tabLst>
                <a:tab pos="318770" algn="l"/>
              </a:tabLst>
            </a:pPr>
            <a:r>
              <a:rPr sz="1400" dirty="0">
                <a:solidFill>
                  <a:srgbClr val="404040"/>
                </a:solidFill>
                <a:latin typeface="Calibri"/>
                <a:cs typeface="Calibri"/>
              </a:rPr>
              <a:t>Motor</a:t>
            </a:r>
            <a:r>
              <a:rPr sz="1400" spc="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404040"/>
                </a:solidFill>
                <a:latin typeface="Calibri"/>
                <a:cs typeface="Calibri"/>
              </a:rPr>
              <a:t>coordination</a:t>
            </a:r>
            <a:endParaRPr sz="1400">
              <a:latin typeface="Calibri"/>
              <a:cs typeface="Calibri"/>
            </a:endParaRPr>
          </a:p>
          <a:p>
            <a:pPr marL="318135" lvl="1" indent="-146050">
              <a:lnSpc>
                <a:spcPct val="100000"/>
              </a:lnSpc>
              <a:spcBef>
                <a:spcPts val="310"/>
              </a:spcBef>
              <a:buClr>
                <a:srgbClr val="99CB38"/>
              </a:buClr>
              <a:buFont typeface="Arial"/>
              <a:buChar char="•"/>
              <a:tabLst>
                <a:tab pos="318770" algn="l"/>
              </a:tabLst>
            </a:pPr>
            <a:r>
              <a:rPr sz="1400" spc="-10" dirty="0">
                <a:solidFill>
                  <a:srgbClr val="404040"/>
                </a:solidFill>
                <a:latin typeface="Calibri"/>
                <a:cs typeface="Calibri"/>
              </a:rPr>
              <a:t>Exhalation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4" name="object 2">
            <a:extLst>
              <a:ext uri="{FF2B5EF4-FFF2-40B4-BE49-F238E27FC236}">
                <a16:creationId xmlns:a16="http://schemas.microsoft.com/office/drawing/2014/main" id="{5BEB4BC0-CECC-CF88-1880-A75FCDD2082C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324600" y="381000"/>
            <a:ext cx="3408966" cy="2663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Midbrain</a:t>
            </a:r>
            <a:r>
              <a:rPr spc="-165" dirty="0"/>
              <a:t> </a:t>
            </a:r>
            <a:r>
              <a:rPr spc="-35" dirty="0"/>
              <a:t>Structures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00252" y="2570807"/>
            <a:ext cx="7839075" cy="223266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49225" indent="-99060">
              <a:lnSpc>
                <a:spcPct val="100000"/>
              </a:lnSpc>
              <a:spcBef>
                <a:spcPts val="280"/>
              </a:spcBef>
              <a:buClr>
                <a:srgbClr val="99CB38"/>
              </a:buClr>
              <a:buSzPct val="95454"/>
              <a:buFont typeface="Arial"/>
              <a:buChar char="•"/>
              <a:tabLst>
                <a:tab pos="149860" algn="l"/>
              </a:tabLst>
            </a:pP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Cerebral</a:t>
            </a:r>
            <a:r>
              <a:rPr sz="22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Calibri"/>
                <a:cs typeface="Calibri"/>
              </a:rPr>
              <a:t>Aqueduct</a:t>
            </a:r>
            <a:endParaRPr sz="2200" dirty="0">
              <a:latin typeface="Calibri"/>
              <a:cs typeface="Calibri"/>
            </a:endParaRPr>
          </a:p>
          <a:p>
            <a:pPr marL="356235" lvl="1" indent="-146050">
              <a:lnSpc>
                <a:spcPct val="100000"/>
              </a:lnSpc>
              <a:spcBef>
                <a:spcPts val="155"/>
              </a:spcBef>
              <a:buClr>
                <a:srgbClr val="99CB38"/>
              </a:buClr>
              <a:buFont typeface="Arial"/>
              <a:buChar char="•"/>
              <a:tabLst>
                <a:tab pos="356870" algn="l"/>
              </a:tabLst>
            </a:pPr>
            <a:r>
              <a:rPr sz="1900" dirty="0">
                <a:solidFill>
                  <a:srgbClr val="404040"/>
                </a:solidFill>
                <a:latin typeface="Calibri"/>
                <a:cs typeface="Calibri"/>
              </a:rPr>
              <a:t>Connects</a:t>
            </a:r>
            <a:r>
              <a:rPr sz="19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404040"/>
                </a:solidFill>
                <a:latin typeface="Calibri"/>
                <a:cs typeface="Calibri"/>
              </a:rPr>
              <a:t>3</a:t>
            </a:r>
            <a:r>
              <a:rPr sz="1950" baseline="25641" dirty="0">
                <a:solidFill>
                  <a:srgbClr val="404040"/>
                </a:solidFill>
                <a:latin typeface="Calibri"/>
                <a:cs typeface="Calibri"/>
              </a:rPr>
              <a:t>rd</a:t>
            </a:r>
            <a:r>
              <a:rPr sz="1950" spc="157" baseline="25641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19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404040"/>
                </a:solidFill>
                <a:latin typeface="Calibri"/>
                <a:cs typeface="Calibri"/>
              </a:rPr>
              <a:t>4</a:t>
            </a:r>
            <a:r>
              <a:rPr sz="1950" baseline="25641" dirty="0">
                <a:solidFill>
                  <a:srgbClr val="404040"/>
                </a:solidFill>
                <a:latin typeface="Calibri"/>
                <a:cs typeface="Calibri"/>
              </a:rPr>
              <a:t>th</a:t>
            </a:r>
            <a:r>
              <a:rPr sz="1950" spc="157" baseline="25641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Calibri"/>
                <a:cs typeface="Calibri"/>
              </a:rPr>
              <a:t>ventricles</a:t>
            </a:r>
            <a:endParaRPr sz="1900" dirty="0">
              <a:latin typeface="Calibri"/>
              <a:cs typeface="Calibri"/>
            </a:endParaRPr>
          </a:p>
          <a:p>
            <a:pPr marL="501650" lvl="2" indent="-146050">
              <a:lnSpc>
                <a:spcPct val="100000"/>
              </a:lnSpc>
              <a:spcBef>
                <a:spcPts val="330"/>
              </a:spcBef>
              <a:buClr>
                <a:srgbClr val="99CB38"/>
              </a:buClr>
              <a:buFont typeface="Arial"/>
              <a:buChar char="•"/>
              <a:tabLst>
                <a:tab pos="502284" algn="l"/>
              </a:tabLst>
            </a:pPr>
            <a:r>
              <a:rPr sz="1400" dirty="0">
                <a:solidFill>
                  <a:srgbClr val="404040"/>
                </a:solidFill>
                <a:latin typeface="Calibri"/>
                <a:cs typeface="Calibri"/>
              </a:rPr>
              <a:t>Responsible</a:t>
            </a:r>
            <a:r>
              <a:rPr sz="1400" spc="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404040"/>
                </a:solidFill>
                <a:latin typeface="Calibri"/>
                <a:cs typeface="Calibri"/>
              </a:rPr>
              <a:t>for</a:t>
            </a:r>
            <a:r>
              <a:rPr sz="1400" spc="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404040"/>
                </a:solidFill>
                <a:latin typeface="Calibri"/>
                <a:cs typeface="Calibri"/>
              </a:rPr>
              <a:t>continuing</a:t>
            </a:r>
            <a:r>
              <a:rPr sz="1400" spc="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1400" spc="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404040"/>
                </a:solidFill>
                <a:latin typeface="Calibri"/>
                <a:cs typeface="Calibri"/>
              </a:rPr>
              <a:t>circulation</a:t>
            </a:r>
            <a:r>
              <a:rPr sz="1400" spc="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1400" spc="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404040"/>
                </a:solidFill>
                <a:latin typeface="Calibri"/>
                <a:cs typeface="Calibri"/>
              </a:rPr>
              <a:t>cerebrospinal</a:t>
            </a:r>
            <a:r>
              <a:rPr sz="1400" spc="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404040"/>
                </a:solidFill>
                <a:latin typeface="Calibri"/>
                <a:cs typeface="Calibri"/>
              </a:rPr>
              <a:t>fluid</a:t>
            </a:r>
            <a:endParaRPr sz="1400" dirty="0">
              <a:latin typeface="Calibri"/>
              <a:cs typeface="Calibri"/>
            </a:endParaRPr>
          </a:p>
          <a:p>
            <a:pPr marL="501650" lvl="2" indent="-146050">
              <a:lnSpc>
                <a:spcPct val="100000"/>
              </a:lnSpc>
              <a:spcBef>
                <a:spcPts val="315"/>
              </a:spcBef>
              <a:buClr>
                <a:srgbClr val="99CB38"/>
              </a:buClr>
              <a:buFont typeface="Arial"/>
              <a:buChar char="•"/>
              <a:tabLst>
                <a:tab pos="502284" algn="l"/>
              </a:tabLst>
            </a:pPr>
            <a:r>
              <a:rPr sz="14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1400" spc="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404040"/>
                </a:solidFill>
                <a:latin typeface="Calibri"/>
                <a:cs typeface="Calibri"/>
              </a:rPr>
              <a:t>smallest</a:t>
            </a:r>
            <a:r>
              <a:rPr sz="1400" spc="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404040"/>
                </a:solidFill>
                <a:latin typeface="Calibri"/>
                <a:cs typeface="Calibri"/>
              </a:rPr>
              <a:t>ventricle</a:t>
            </a:r>
            <a:r>
              <a:rPr sz="1400" spc="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404040"/>
                </a:solidFill>
                <a:latin typeface="Calibri"/>
                <a:cs typeface="Calibri"/>
              </a:rPr>
              <a:t>in</a:t>
            </a:r>
            <a:r>
              <a:rPr sz="1400" spc="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1400" spc="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404040"/>
                </a:solidFill>
                <a:latin typeface="Calibri"/>
                <a:cs typeface="Calibri"/>
              </a:rPr>
              <a:t>ventricular</a:t>
            </a:r>
            <a:r>
              <a:rPr sz="1400" spc="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404040"/>
                </a:solidFill>
                <a:latin typeface="Calibri"/>
                <a:cs typeface="Calibri"/>
              </a:rPr>
              <a:t>system</a:t>
            </a:r>
            <a:endParaRPr sz="1400" dirty="0">
              <a:latin typeface="Calibri"/>
              <a:cs typeface="Calibri"/>
            </a:endParaRPr>
          </a:p>
          <a:p>
            <a:pPr marL="501650" marR="43180" lvl="2" indent="-146050">
              <a:lnSpc>
                <a:spcPts val="1610"/>
              </a:lnSpc>
              <a:spcBef>
                <a:spcPts val="425"/>
              </a:spcBef>
              <a:buClr>
                <a:srgbClr val="99CB38"/>
              </a:buClr>
              <a:buFont typeface="Arial"/>
              <a:buChar char="•"/>
              <a:tabLst>
                <a:tab pos="502284" algn="l"/>
              </a:tabLst>
            </a:pPr>
            <a:r>
              <a:rPr sz="1400" dirty="0">
                <a:solidFill>
                  <a:srgbClr val="404040"/>
                </a:solidFill>
                <a:latin typeface="Calibri"/>
                <a:cs typeface="Calibri"/>
              </a:rPr>
              <a:t>Located</a:t>
            </a:r>
            <a:r>
              <a:rPr sz="1400" spc="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404040"/>
                </a:solidFill>
                <a:latin typeface="Calibri"/>
                <a:cs typeface="Calibri"/>
              </a:rPr>
              <a:t>between</a:t>
            </a:r>
            <a:r>
              <a:rPr sz="1400" spc="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1400" spc="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404040"/>
                </a:solidFill>
                <a:latin typeface="Calibri"/>
                <a:cs typeface="Calibri"/>
              </a:rPr>
              <a:t>tectum</a:t>
            </a:r>
            <a:r>
              <a:rPr sz="1400" spc="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1400" spc="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404040"/>
                </a:solidFill>
                <a:latin typeface="Calibri"/>
                <a:cs typeface="Calibri"/>
              </a:rPr>
              <a:t>tegmentum</a:t>
            </a:r>
            <a:r>
              <a:rPr sz="1400" spc="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1400" spc="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sz="1400" spc="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404040"/>
                </a:solidFill>
                <a:latin typeface="Calibri"/>
                <a:cs typeface="Calibri"/>
              </a:rPr>
              <a:t>surrounded</a:t>
            </a:r>
            <a:r>
              <a:rPr sz="1400" spc="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404040"/>
                </a:solidFill>
                <a:latin typeface="Calibri"/>
                <a:cs typeface="Calibri"/>
              </a:rPr>
              <a:t>by</a:t>
            </a:r>
            <a:r>
              <a:rPr sz="1400" spc="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1400" spc="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404040"/>
                </a:solidFill>
                <a:latin typeface="Calibri"/>
                <a:cs typeface="Calibri"/>
              </a:rPr>
              <a:t>periaqueductal</a:t>
            </a:r>
            <a:r>
              <a:rPr sz="1400" b="1" spc="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404040"/>
                </a:solidFill>
                <a:latin typeface="Calibri"/>
                <a:cs typeface="Calibri"/>
              </a:rPr>
              <a:t>grey</a:t>
            </a:r>
            <a:r>
              <a:rPr sz="1400" spc="-10" dirty="0">
                <a:solidFill>
                  <a:srgbClr val="404040"/>
                </a:solidFill>
                <a:latin typeface="Calibri"/>
                <a:cs typeface="Calibri"/>
              </a:rPr>
              <a:t>,</a:t>
            </a:r>
            <a:r>
              <a:rPr sz="1400" spc="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404040"/>
                </a:solidFill>
                <a:latin typeface="Calibri"/>
                <a:cs typeface="Calibri"/>
              </a:rPr>
              <a:t>which </a:t>
            </a:r>
            <a:r>
              <a:rPr sz="1400" dirty="0">
                <a:solidFill>
                  <a:srgbClr val="404040"/>
                </a:solidFill>
                <a:latin typeface="Calibri"/>
                <a:cs typeface="Calibri"/>
              </a:rPr>
              <a:t>has</a:t>
            </a:r>
            <a:r>
              <a:rPr sz="1400" spc="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1400" spc="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404040"/>
                </a:solidFill>
                <a:latin typeface="Calibri"/>
                <a:cs typeface="Calibri"/>
              </a:rPr>
              <a:t>role</a:t>
            </a:r>
            <a:r>
              <a:rPr sz="1400" spc="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404040"/>
                </a:solidFill>
                <a:latin typeface="Calibri"/>
                <a:cs typeface="Calibri"/>
              </a:rPr>
              <a:t>in</a:t>
            </a:r>
            <a:r>
              <a:rPr sz="1400" spc="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404040"/>
                </a:solidFill>
                <a:latin typeface="Calibri"/>
                <a:cs typeface="Calibri"/>
              </a:rPr>
              <a:t>analgesia,</a:t>
            </a:r>
            <a:r>
              <a:rPr sz="1400" spc="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404040"/>
                </a:solidFill>
                <a:latin typeface="Calibri"/>
                <a:cs typeface="Calibri"/>
              </a:rPr>
              <a:t>bonding,</a:t>
            </a:r>
            <a:r>
              <a:rPr sz="1400" spc="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404040"/>
                </a:solidFill>
                <a:latin typeface="Calibri"/>
                <a:cs typeface="Calibri"/>
              </a:rPr>
              <a:t>etc.</a:t>
            </a:r>
            <a:endParaRPr sz="1400" dirty="0">
              <a:latin typeface="Calibri"/>
              <a:cs typeface="Calibri"/>
            </a:endParaRPr>
          </a:p>
          <a:p>
            <a:pPr lvl="2">
              <a:lnSpc>
                <a:spcPct val="100000"/>
              </a:lnSpc>
              <a:spcBef>
                <a:spcPts val="55"/>
              </a:spcBef>
              <a:buClr>
                <a:srgbClr val="99CB38"/>
              </a:buClr>
              <a:buFont typeface="Arial"/>
              <a:buChar char="•"/>
            </a:pPr>
            <a:endParaRPr sz="1750" dirty="0">
              <a:latin typeface="Calibri"/>
              <a:cs typeface="Calibri"/>
            </a:endParaRPr>
          </a:p>
          <a:p>
            <a:pPr marL="356235" lvl="1" indent="-146050">
              <a:lnSpc>
                <a:spcPct val="100000"/>
              </a:lnSpc>
              <a:buClr>
                <a:srgbClr val="99CB38"/>
              </a:buClr>
              <a:buFont typeface="Arial"/>
              <a:buChar char="•"/>
              <a:tabLst>
                <a:tab pos="356870" algn="l"/>
              </a:tabLst>
            </a:pPr>
            <a:r>
              <a:rPr sz="1900" dirty="0">
                <a:solidFill>
                  <a:srgbClr val="404040"/>
                </a:solidFill>
                <a:latin typeface="Calibri"/>
                <a:cs typeface="Calibri"/>
              </a:rPr>
              <a:t>2</a:t>
            </a:r>
            <a:r>
              <a:rPr sz="19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404040"/>
                </a:solidFill>
                <a:latin typeface="Calibri"/>
                <a:cs typeface="Calibri"/>
              </a:rPr>
              <a:t>major ocular</a:t>
            </a:r>
            <a:r>
              <a:rPr sz="19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404040"/>
                </a:solidFill>
                <a:latin typeface="Calibri"/>
                <a:cs typeface="Calibri"/>
              </a:rPr>
              <a:t>nerve</a:t>
            </a:r>
            <a:r>
              <a:rPr sz="19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404040"/>
                </a:solidFill>
                <a:latin typeface="Calibri"/>
                <a:cs typeface="Calibri"/>
              </a:rPr>
              <a:t>tracts,</a:t>
            </a:r>
            <a:r>
              <a:rPr sz="19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404040"/>
                </a:solidFill>
                <a:latin typeface="Calibri"/>
                <a:cs typeface="Calibri"/>
              </a:rPr>
              <a:t>run directly </a:t>
            </a:r>
            <a:r>
              <a:rPr sz="1900" spc="-10" dirty="0">
                <a:solidFill>
                  <a:srgbClr val="404040"/>
                </a:solidFill>
                <a:latin typeface="Calibri"/>
                <a:cs typeface="Calibri"/>
              </a:rPr>
              <a:t>adjacent</a:t>
            </a:r>
            <a:endParaRPr sz="1900" dirty="0">
              <a:latin typeface="Calibri"/>
              <a:cs typeface="Calibri"/>
            </a:endParaRPr>
          </a:p>
        </p:txBody>
      </p:sp>
      <p:pic>
        <p:nvPicPr>
          <p:cNvPr id="4" name="object 2">
            <a:extLst>
              <a:ext uri="{FF2B5EF4-FFF2-40B4-BE49-F238E27FC236}">
                <a16:creationId xmlns:a16="http://schemas.microsoft.com/office/drawing/2014/main" id="{EC59271A-A867-8179-F684-6A3748CE8ABA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477000" y="152400"/>
            <a:ext cx="3408966" cy="2663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Midbrain</a:t>
            </a:r>
            <a:r>
              <a:rPr spc="-165" dirty="0"/>
              <a:t> </a:t>
            </a:r>
            <a:r>
              <a:rPr spc="-35" dirty="0"/>
              <a:t>Structures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38352" y="2564418"/>
            <a:ext cx="6825615" cy="253111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11125" indent="-99060">
              <a:lnSpc>
                <a:spcPct val="100000"/>
              </a:lnSpc>
              <a:spcBef>
                <a:spcPts val="330"/>
              </a:spcBef>
              <a:buClr>
                <a:srgbClr val="99CB38"/>
              </a:buClr>
              <a:buSzPct val="95454"/>
              <a:buFont typeface="Arial"/>
              <a:buChar char="•"/>
              <a:tabLst>
                <a:tab pos="111760" algn="l"/>
              </a:tabLst>
            </a:pP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Crus</a:t>
            </a:r>
            <a:r>
              <a:rPr sz="2200" spc="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Calibri"/>
                <a:cs typeface="Calibri"/>
              </a:rPr>
              <a:t>Cerebri</a:t>
            </a:r>
            <a:r>
              <a:rPr lang="en-US" sz="2200" dirty="0">
                <a:solidFill>
                  <a:srgbClr val="404040"/>
                </a:solidFill>
                <a:cs typeface="Calibri"/>
              </a:rPr>
              <a:t> (Basis</a:t>
            </a:r>
            <a:r>
              <a:rPr lang="en-US" sz="2200" spc="55" dirty="0">
                <a:solidFill>
                  <a:srgbClr val="404040"/>
                </a:solidFill>
                <a:cs typeface="Calibri"/>
              </a:rPr>
              <a:t> </a:t>
            </a:r>
            <a:r>
              <a:rPr lang="en-US" sz="2200" dirty="0">
                <a:solidFill>
                  <a:srgbClr val="404040"/>
                </a:solidFill>
                <a:cs typeface="Calibri"/>
              </a:rPr>
              <a:t>Pedunculi)</a:t>
            </a:r>
            <a:r>
              <a:rPr lang="en-US" sz="2200" spc="50" dirty="0">
                <a:solidFill>
                  <a:srgbClr val="404040"/>
                </a:solidFill>
                <a:cs typeface="Calibri"/>
              </a:rPr>
              <a:t> </a:t>
            </a:r>
            <a:endParaRPr sz="2200" dirty="0">
              <a:latin typeface="Calibri"/>
              <a:cs typeface="Calibri"/>
            </a:endParaRPr>
          </a:p>
          <a:p>
            <a:pPr marL="318135" lvl="1" indent="-146050">
              <a:lnSpc>
                <a:spcPct val="100000"/>
              </a:lnSpc>
              <a:spcBef>
                <a:spcPts val="165"/>
              </a:spcBef>
              <a:buClr>
                <a:srgbClr val="99CB38"/>
              </a:buClr>
              <a:buFont typeface="Arial"/>
              <a:buChar char="•"/>
              <a:tabLst>
                <a:tab pos="318770" algn="l"/>
              </a:tabLst>
            </a:pP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Contains</a:t>
            </a:r>
            <a:r>
              <a:rPr sz="16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16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corticobulbar</a:t>
            </a:r>
            <a:r>
              <a:rPr sz="16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16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corticospinal</a:t>
            </a:r>
            <a:r>
              <a:rPr sz="16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tracts</a:t>
            </a:r>
            <a:endParaRPr sz="1600" dirty="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30"/>
              </a:spcBef>
              <a:buClr>
                <a:srgbClr val="99CB38"/>
              </a:buClr>
              <a:buFont typeface="Arial"/>
              <a:buChar char="•"/>
            </a:pPr>
            <a:endParaRPr sz="2000" dirty="0">
              <a:latin typeface="Calibri"/>
              <a:cs typeface="Calibri"/>
            </a:endParaRPr>
          </a:p>
          <a:p>
            <a:pPr marL="318135" lvl="1" indent="-146050">
              <a:lnSpc>
                <a:spcPct val="100000"/>
              </a:lnSpc>
              <a:spcBef>
                <a:spcPts val="5"/>
              </a:spcBef>
              <a:buClr>
                <a:srgbClr val="99CB38"/>
              </a:buClr>
              <a:buFont typeface="Arial"/>
              <a:buChar char="•"/>
              <a:tabLst>
                <a:tab pos="318770" algn="l"/>
              </a:tabLst>
            </a:pP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Other</a:t>
            </a:r>
            <a:r>
              <a:rPr sz="16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tracts</a:t>
            </a:r>
            <a:r>
              <a:rPr sz="16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connecting</a:t>
            </a:r>
            <a:r>
              <a:rPr sz="16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16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cortex</a:t>
            </a:r>
            <a:r>
              <a:rPr sz="16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16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16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20" dirty="0">
                <a:solidFill>
                  <a:srgbClr val="404040"/>
                </a:solidFill>
                <a:latin typeface="Calibri"/>
                <a:cs typeface="Calibri"/>
              </a:rPr>
              <a:t>pons</a:t>
            </a:r>
            <a:endParaRPr sz="1600" dirty="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55"/>
              </a:spcBef>
              <a:buClr>
                <a:srgbClr val="99CB38"/>
              </a:buClr>
              <a:buFont typeface="Arial"/>
              <a:buChar char="•"/>
            </a:pPr>
            <a:endParaRPr sz="1900" dirty="0">
              <a:latin typeface="Calibri"/>
              <a:cs typeface="Calibri"/>
            </a:endParaRPr>
          </a:p>
          <a:p>
            <a:pPr marL="318135" lvl="1" indent="-146050">
              <a:lnSpc>
                <a:spcPct val="100000"/>
              </a:lnSpc>
              <a:buClr>
                <a:srgbClr val="99CB38"/>
              </a:buClr>
              <a:buFont typeface="Arial"/>
              <a:buChar char="•"/>
              <a:tabLst>
                <a:tab pos="318770" algn="l"/>
              </a:tabLst>
            </a:pP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Substantia</a:t>
            </a:r>
            <a:r>
              <a:rPr sz="16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nigra</a:t>
            </a:r>
            <a:r>
              <a:rPr sz="16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–</a:t>
            </a:r>
            <a:r>
              <a:rPr sz="16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16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only</a:t>
            </a:r>
            <a:r>
              <a:rPr sz="16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part</a:t>
            </a:r>
            <a:r>
              <a:rPr sz="16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16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basal</a:t>
            </a:r>
            <a:r>
              <a:rPr sz="16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ganglia</a:t>
            </a:r>
            <a:r>
              <a:rPr sz="16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20" dirty="0">
                <a:solidFill>
                  <a:srgbClr val="404040"/>
                </a:solidFill>
                <a:latin typeface="Calibri"/>
                <a:cs typeface="Calibri"/>
              </a:rPr>
              <a:t>system</a:t>
            </a:r>
            <a:r>
              <a:rPr sz="16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outside</a:t>
            </a:r>
            <a:r>
              <a:rPr sz="16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16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16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forebrain</a:t>
            </a:r>
            <a:endParaRPr sz="1600" dirty="0">
              <a:latin typeface="Calibri"/>
              <a:cs typeface="Calibri"/>
            </a:endParaRPr>
          </a:p>
          <a:p>
            <a:pPr marL="463550" lvl="2" indent="-146050">
              <a:lnSpc>
                <a:spcPct val="100000"/>
              </a:lnSpc>
              <a:spcBef>
                <a:spcPts val="390"/>
              </a:spcBef>
              <a:buClr>
                <a:srgbClr val="99CB38"/>
              </a:buClr>
              <a:buFont typeface="Arial"/>
              <a:buChar char="•"/>
              <a:tabLst>
                <a:tab pos="464184" algn="l"/>
              </a:tabLst>
            </a:pPr>
            <a:r>
              <a:rPr sz="1400" dirty="0">
                <a:solidFill>
                  <a:srgbClr val="404040"/>
                </a:solidFill>
                <a:latin typeface="Calibri"/>
                <a:cs typeface="Calibri"/>
              </a:rPr>
              <a:t>Pars</a:t>
            </a:r>
            <a:r>
              <a:rPr sz="14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404040"/>
                </a:solidFill>
                <a:latin typeface="Calibri"/>
                <a:cs typeface="Calibri"/>
              </a:rPr>
              <a:t>compacta</a:t>
            </a:r>
            <a:r>
              <a:rPr sz="1400" spc="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1400" spc="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404040"/>
                </a:solidFill>
                <a:latin typeface="Calibri"/>
                <a:cs typeface="Calibri"/>
              </a:rPr>
              <a:t>pars</a:t>
            </a:r>
            <a:r>
              <a:rPr sz="14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404040"/>
                </a:solidFill>
                <a:latin typeface="Calibri"/>
                <a:cs typeface="Calibri"/>
              </a:rPr>
              <a:t>reticulata</a:t>
            </a:r>
            <a:endParaRPr sz="1400" dirty="0">
              <a:latin typeface="Calibri"/>
              <a:cs typeface="Calibri"/>
            </a:endParaRPr>
          </a:p>
          <a:p>
            <a:pPr marL="463550" lvl="2" indent="-146050">
              <a:lnSpc>
                <a:spcPct val="100000"/>
              </a:lnSpc>
              <a:spcBef>
                <a:spcPts val="315"/>
              </a:spcBef>
              <a:buClr>
                <a:srgbClr val="99CB38"/>
              </a:buClr>
              <a:buFont typeface="Arial"/>
              <a:buChar char="•"/>
              <a:tabLst>
                <a:tab pos="464184" algn="l"/>
              </a:tabLst>
            </a:pPr>
            <a:r>
              <a:rPr sz="1400" dirty="0">
                <a:solidFill>
                  <a:srgbClr val="404040"/>
                </a:solidFill>
                <a:latin typeface="Calibri"/>
                <a:cs typeface="Calibri"/>
              </a:rPr>
              <a:t>Motor</a:t>
            </a:r>
            <a:r>
              <a:rPr sz="1400" spc="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404040"/>
                </a:solidFill>
                <a:latin typeface="Calibri"/>
                <a:cs typeface="Calibri"/>
              </a:rPr>
              <a:t>planning,</a:t>
            </a:r>
            <a:r>
              <a:rPr sz="1400" spc="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404040"/>
                </a:solidFill>
                <a:latin typeface="Calibri"/>
                <a:cs typeface="Calibri"/>
              </a:rPr>
              <a:t>learning,</a:t>
            </a:r>
            <a:r>
              <a:rPr sz="1400" spc="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404040"/>
                </a:solidFill>
                <a:latin typeface="Calibri"/>
                <a:cs typeface="Calibri"/>
              </a:rPr>
              <a:t>addiction,</a:t>
            </a:r>
            <a:r>
              <a:rPr sz="1400" spc="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1400" spc="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404040"/>
                </a:solidFill>
                <a:latin typeface="Calibri"/>
                <a:cs typeface="Calibri"/>
              </a:rPr>
              <a:t>other</a:t>
            </a:r>
            <a:r>
              <a:rPr sz="1400" spc="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404040"/>
                </a:solidFill>
                <a:latin typeface="Calibri"/>
                <a:cs typeface="Calibri"/>
              </a:rPr>
              <a:t>functions.</a:t>
            </a:r>
            <a:endParaRPr sz="1400" dirty="0">
              <a:latin typeface="Calibri"/>
              <a:cs typeface="Calibri"/>
            </a:endParaRPr>
          </a:p>
          <a:p>
            <a:pPr marL="463550" lvl="2" indent="-146050">
              <a:lnSpc>
                <a:spcPct val="100000"/>
              </a:lnSpc>
              <a:spcBef>
                <a:spcPts val="335"/>
              </a:spcBef>
              <a:buClr>
                <a:srgbClr val="99CB38"/>
              </a:buClr>
              <a:buFont typeface="Arial"/>
              <a:buChar char="•"/>
              <a:tabLst>
                <a:tab pos="464184" algn="l"/>
              </a:tabLst>
            </a:pPr>
            <a:r>
              <a:rPr sz="1400" dirty="0">
                <a:solidFill>
                  <a:srgbClr val="404040"/>
                </a:solidFill>
                <a:latin typeface="Calibri"/>
                <a:cs typeface="Calibri"/>
              </a:rPr>
              <a:t>High</a:t>
            </a:r>
            <a:r>
              <a:rPr sz="1400" spc="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404040"/>
                </a:solidFill>
                <a:latin typeface="Calibri"/>
                <a:cs typeface="Calibri"/>
              </a:rPr>
              <a:t>production</a:t>
            </a:r>
            <a:r>
              <a:rPr sz="1400" spc="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1400" spc="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404040"/>
                </a:solidFill>
                <a:latin typeface="Calibri"/>
                <a:cs typeface="Calibri"/>
              </a:rPr>
              <a:t>melanin,</a:t>
            </a:r>
            <a:r>
              <a:rPr sz="1400" spc="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404040"/>
                </a:solidFill>
                <a:latin typeface="Calibri"/>
                <a:cs typeface="Calibri"/>
              </a:rPr>
              <a:t>dopamine,</a:t>
            </a:r>
            <a:r>
              <a:rPr sz="1400" spc="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1400" spc="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404040"/>
                </a:solidFill>
                <a:latin typeface="Calibri"/>
                <a:cs typeface="Calibri"/>
              </a:rPr>
              <a:t>noradrenaline.</a:t>
            </a:r>
            <a:endParaRPr sz="1400" dirty="0">
              <a:latin typeface="Calibri"/>
              <a:cs typeface="Calibri"/>
            </a:endParaRPr>
          </a:p>
        </p:txBody>
      </p:sp>
      <p:pic>
        <p:nvPicPr>
          <p:cNvPr id="4" name="object 2">
            <a:extLst>
              <a:ext uri="{FF2B5EF4-FFF2-40B4-BE49-F238E27FC236}">
                <a16:creationId xmlns:a16="http://schemas.microsoft.com/office/drawing/2014/main" id="{960A36B1-75E8-DB24-63CA-69342DA214CA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248400" y="304800"/>
            <a:ext cx="3408966" cy="2663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Diencephalon</a:t>
            </a:r>
            <a:r>
              <a:rPr spc="-105" dirty="0"/>
              <a:t> </a:t>
            </a:r>
            <a:r>
              <a:rPr spc="-35" dirty="0"/>
              <a:t>Structures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38352" y="2580384"/>
            <a:ext cx="7317740" cy="2106930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85090" indent="-73025">
              <a:lnSpc>
                <a:spcPct val="100000"/>
              </a:lnSpc>
              <a:spcBef>
                <a:spcPts val="300"/>
              </a:spcBef>
              <a:buClr>
                <a:srgbClr val="99CB38"/>
              </a:buClr>
              <a:buSzPct val="93750"/>
              <a:buFont typeface="Arial"/>
              <a:buChar char="•"/>
              <a:tabLst>
                <a:tab pos="85725" algn="l"/>
              </a:tabLst>
            </a:pP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Thalamus</a:t>
            </a:r>
            <a:endParaRPr sz="1600" dirty="0">
              <a:latin typeface="Calibri"/>
              <a:cs typeface="Calibri"/>
            </a:endParaRPr>
          </a:p>
          <a:p>
            <a:pPr marL="318135" lvl="1" indent="-146050">
              <a:lnSpc>
                <a:spcPct val="100000"/>
              </a:lnSpc>
              <a:spcBef>
                <a:spcPts val="175"/>
              </a:spcBef>
              <a:buClr>
                <a:srgbClr val="99CB38"/>
              </a:buClr>
              <a:buFont typeface="Arial"/>
              <a:buChar char="•"/>
              <a:tabLst>
                <a:tab pos="318770" algn="l"/>
              </a:tabLst>
            </a:pPr>
            <a:r>
              <a:rPr sz="1400" dirty="0">
                <a:solidFill>
                  <a:srgbClr val="404040"/>
                </a:solidFill>
                <a:latin typeface="Calibri"/>
                <a:cs typeface="Calibri"/>
              </a:rPr>
              <a:t>Sub-structures</a:t>
            </a:r>
            <a:r>
              <a:rPr sz="1400" spc="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404040"/>
                </a:solidFill>
                <a:latin typeface="Calibri"/>
                <a:cs typeface="Calibri"/>
              </a:rPr>
              <a:t>include</a:t>
            </a:r>
            <a:r>
              <a:rPr sz="1400" spc="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404040"/>
                </a:solidFill>
                <a:latin typeface="Calibri"/>
                <a:cs typeface="Calibri"/>
              </a:rPr>
              <a:t>subthalamus</a:t>
            </a:r>
            <a:r>
              <a:rPr sz="1400" spc="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1400" spc="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404040"/>
                </a:solidFill>
                <a:latin typeface="Calibri"/>
                <a:cs typeface="Calibri"/>
              </a:rPr>
              <a:t>epithalamus</a:t>
            </a:r>
            <a:endParaRPr sz="1400" dirty="0">
              <a:latin typeface="Calibri"/>
              <a:cs typeface="Calibri"/>
            </a:endParaRPr>
          </a:p>
          <a:p>
            <a:pPr marL="318135" marR="5080" lvl="1" indent="-146050">
              <a:lnSpc>
                <a:spcPts val="1490"/>
              </a:lnSpc>
              <a:spcBef>
                <a:spcPts val="545"/>
              </a:spcBef>
              <a:buClr>
                <a:srgbClr val="99CB38"/>
              </a:buClr>
              <a:buFont typeface="Arial"/>
              <a:buChar char="•"/>
              <a:tabLst>
                <a:tab pos="318770" algn="l"/>
              </a:tabLst>
            </a:pPr>
            <a:r>
              <a:rPr sz="1400" dirty="0">
                <a:solidFill>
                  <a:srgbClr val="404040"/>
                </a:solidFill>
                <a:latin typeface="Calibri"/>
                <a:cs typeface="Calibri"/>
              </a:rPr>
              <a:t>Serves</a:t>
            </a:r>
            <a:r>
              <a:rPr sz="1400" spc="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404040"/>
                </a:solidFill>
                <a:latin typeface="Calibri"/>
                <a:cs typeface="Calibri"/>
              </a:rPr>
              <a:t>as</a:t>
            </a:r>
            <a:r>
              <a:rPr sz="1400" spc="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1400" spc="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404040"/>
                </a:solidFill>
                <a:latin typeface="Calibri"/>
                <a:cs typeface="Calibri"/>
              </a:rPr>
              <a:t>relay</a:t>
            </a:r>
            <a:r>
              <a:rPr sz="1400" spc="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404040"/>
                </a:solidFill>
                <a:latin typeface="Calibri"/>
                <a:cs typeface="Calibri"/>
              </a:rPr>
              <a:t>center</a:t>
            </a:r>
            <a:r>
              <a:rPr sz="1400" spc="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404040"/>
                </a:solidFill>
                <a:latin typeface="Calibri"/>
                <a:cs typeface="Calibri"/>
              </a:rPr>
              <a:t>for</a:t>
            </a:r>
            <a:r>
              <a:rPr sz="1400" spc="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404040"/>
                </a:solidFill>
                <a:latin typeface="Calibri"/>
                <a:cs typeface="Calibri"/>
              </a:rPr>
              <a:t>sensory</a:t>
            </a:r>
            <a:r>
              <a:rPr sz="1400" spc="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1400" spc="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404040"/>
                </a:solidFill>
                <a:latin typeface="Calibri"/>
                <a:cs typeface="Calibri"/>
              </a:rPr>
              <a:t>motor</a:t>
            </a:r>
            <a:r>
              <a:rPr sz="1400" spc="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404040"/>
                </a:solidFill>
                <a:latin typeface="Calibri"/>
                <a:cs typeface="Calibri"/>
              </a:rPr>
              <a:t>impulses</a:t>
            </a:r>
            <a:r>
              <a:rPr sz="1400" spc="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404040"/>
                </a:solidFill>
                <a:latin typeface="Calibri"/>
                <a:cs typeface="Calibri"/>
              </a:rPr>
              <a:t>between</a:t>
            </a:r>
            <a:r>
              <a:rPr sz="1400" spc="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1400" spc="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404040"/>
                </a:solidFill>
                <a:latin typeface="Calibri"/>
                <a:cs typeface="Calibri"/>
              </a:rPr>
              <a:t>spinal</a:t>
            </a:r>
            <a:r>
              <a:rPr sz="1400" spc="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404040"/>
                </a:solidFill>
                <a:latin typeface="Calibri"/>
                <a:cs typeface="Calibri"/>
              </a:rPr>
              <a:t>cord,</a:t>
            </a:r>
            <a:r>
              <a:rPr sz="1400" spc="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404040"/>
                </a:solidFill>
                <a:latin typeface="Calibri"/>
                <a:cs typeface="Calibri"/>
              </a:rPr>
              <a:t>medulla,</a:t>
            </a:r>
            <a:r>
              <a:rPr sz="1400" spc="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404040"/>
                </a:solidFill>
                <a:latin typeface="Calibri"/>
                <a:cs typeface="Calibri"/>
              </a:rPr>
              <a:t>and </a:t>
            </a:r>
            <a:r>
              <a:rPr sz="1400" spc="-10" dirty="0">
                <a:solidFill>
                  <a:srgbClr val="404040"/>
                </a:solidFill>
                <a:latin typeface="Calibri"/>
                <a:cs typeface="Calibri"/>
              </a:rPr>
              <a:t>cerebrum.</a:t>
            </a:r>
            <a:endParaRPr sz="1400" dirty="0">
              <a:latin typeface="Calibri"/>
              <a:cs typeface="Calibri"/>
            </a:endParaRPr>
          </a:p>
          <a:p>
            <a:pPr marL="318135" lvl="1" indent="-146050">
              <a:lnSpc>
                <a:spcPct val="100000"/>
              </a:lnSpc>
              <a:spcBef>
                <a:spcPts val="409"/>
              </a:spcBef>
              <a:buClr>
                <a:srgbClr val="99CB38"/>
              </a:buClr>
              <a:buFont typeface="Arial"/>
              <a:buChar char="•"/>
              <a:tabLst>
                <a:tab pos="318770" algn="l"/>
              </a:tabLst>
            </a:pPr>
            <a:r>
              <a:rPr sz="1400" dirty="0">
                <a:solidFill>
                  <a:srgbClr val="404040"/>
                </a:solidFill>
                <a:latin typeface="Calibri"/>
                <a:cs typeface="Calibri"/>
              </a:rPr>
              <a:t>Recognizes</a:t>
            </a:r>
            <a:r>
              <a:rPr sz="1400" spc="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404040"/>
                </a:solidFill>
                <a:latin typeface="Calibri"/>
                <a:cs typeface="Calibri"/>
              </a:rPr>
              <a:t>sensory</a:t>
            </a:r>
            <a:r>
              <a:rPr sz="1400" spc="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404040"/>
                </a:solidFill>
                <a:latin typeface="Calibri"/>
                <a:cs typeface="Calibri"/>
              </a:rPr>
              <a:t>impulses</a:t>
            </a:r>
            <a:r>
              <a:rPr sz="1400" spc="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1400" spc="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404040"/>
                </a:solidFill>
                <a:latin typeface="Calibri"/>
                <a:cs typeface="Calibri"/>
              </a:rPr>
              <a:t>heat,</a:t>
            </a:r>
            <a:r>
              <a:rPr sz="1400" spc="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404040"/>
                </a:solidFill>
                <a:latin typeface="Calibri"/>
                <a:cs typeface="Calibri"/>
              </a:rPr>
              <a:t>cold,</a:t>
            </a:r>
            <a:r>
              <a:rPr sz="1400" spc="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404040"/>
                </a:solidFill>
                <a:latin typeface="Calibri"/>
                <a:cs typeface="Calibri"/>
              </a:rPr>
              <a:t>pain,</a:t>
            </a:r>
            <a:r>
              <a:rPr sz="1400" spc="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404040"/>
                </a:solidFill>
                <a:latin typeface="Calibri"/>
                <a:cs typeface="Calibri"/>
              </a:rPr>
              <a:t>pressure</a:t>
            </a:r>
            <a:r>
              <a:rPr lang="en-US" sz="1400" spc="-10" dirty="0">
                <a:solidFill>
                  <a:srgbClr val="404040"/>
                </a:solidFill>
                <a:latin typeface="Calibri"/>
                <a:cs typeface="Calibri"/>
              </a:rPr>
              <a:t>, vision, taste, balance – NOT smell</a:t>
            </a:r>
            <a:endParaRPr sz="1400" dirty="0">
              <a:latin typeface="Calibri"/>
              <a:cs typeface="Calibri"/>
            </a:endParaRPr>
          </a:p>
          <a:p>
            <a:pPr marL="85090" indent="-73025">
              <a:lnSpc>
                <a:spcPct val="100000"/>
              </a:lnSpc>
              <a:spcBef>
                <a:spcPts val="1025"/>
              </a:spcBef>
              <a:buClr>
                <a:srgbClr val="99CB38"/>
              </a:buClr>
              <a:buSzPct val="93750"/>
              <a:buFont typeface="Arial"/>
              <a:buChar char="•"/>
              <a:tabLst>
                <a:tab pos="85725" algn="l"/>
              </a:tabLst>
            </a:pP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Hypothalamus</a:t>
            </a:r>
            <a:endParaRPr sz="1600" dirty="0">
              <a:latin typeface="Calibri"/>
              <a:cs typeface="Calibri"/>
            </a:endParaRPr>
          </a:p>
          <a:p>
            <a:pPr marL="318135" lvl="1" indent="-146050">
              <a:lnSpc>
                <a:spcPct val="100000"/>
              </a:lnSpc>
              <a:spcBef>
                <a:spcPts val="175"/>
              </a:spcBef>
              <a:buClr>
                <a:srgbClr val="99CB38"/>
              </a:buClr>
              <a:buFont typeface="Arial"/>
              <a:buChar char="•"/>
              <a:tabLst>
                <a:tab pos="318770" algn="l"/>
              </a:tabLst>
            </a:pPr>
            <a:r>
              <a:rPr sz="1400" dirty="0">
                <a:solidFill>
                  <a:srgbClr val="404040"/>
                </a:solidFill>
                <a:latin typeface="Calibri"/>
                <a:cs typeface="Calibri"/>
              </a:rPr>
              <a:t>Endocrine</a:t>
            </a:r>
            <a:r>
              <a:rPr sz="1400" spc="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404040"/>
                </a:solidFill>
                <a:latin typeface="Calibri"/>
                <a:cs typeface="Calibri"/>
              </a:rPr>
              <a:t>control</a:t>
            </a:r>
            <a:r>
              <a:rPr sz="1400" spc="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404040"/>
                </a:solidFill>
                <a:latin typeface="Calibri"/>
                <a:cs typeface="Calibri"/>
              </a:rPr>
              <a:t>via</a:t>
            </a:r>
            <a:r>
              <a:rPr sz="1400" spc="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404040"/>
                </a:solidFill>
                <a:latin typeface="Calibri"/>
                <a:cs typeface="Calibri"/>
              </a:rPr>
              <a:t>Pituitary</a:t>
            </a:r>
            <a:r>
              <a:rPr sz="1400" spc="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404040"/>
                </a:solidFill>
                <a:latin typeface="Calibri"/>
                <a:cs typeface="Calibri"/>
              </a:rPr>
              <a:t>Gland</a:t>
            </a:r>
            <a:endParaRPr sz="1400" dirty="0">
              <a:latin typeface="Calibri"/>
              <a:cs typeface="Calibri"/>
            </a:endParaRPr>
          </a:p>
          <a:p>
            <a:pPr marL="318135" lvl="1" indent="-146050">
              <a:lnSpc>
                <a:spcPct val="100000"/>
              </a:lnSpc>
              <a:spcBef>
                <a:spcPts val="315"/>
              </a:spcBef>
              <a:buClr>
                <a:srgbClr val="99CB38"/>
              </a:buClr>
              <a:buFont typeface="Arial"/>
              <a:buChar char="•"/>
              <a:tabLst>
                <a:tab pos="318770" algn="l"/>
              </a:tabLst>
            </a:pPr>
            <a:r>
              <a:rPr sz="1400" dirty="0">
                <a:solidFill>
                  <a:srgbClr val="404040"/>
                </a:solidFill>
                <a:latin typeface="Calibri"/>
                <a:cs typeface="Calibri"/>
              </a:rPr>
              <a:t>Control</a:t>
            </a:r>
            <a:r>
              <a:rPr sz="1400" spc="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1400" spc="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404040"/>
                </a:solidFill>
                <a:latin typeface="Calibri"/>
                <a:cs typeface="Calibri"/>
              </a:rPr>
              <a:t>eye</a:t>
            </a:r>
            <a:r>
              <a:rPr sz="1400" spc="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404040"/>
                </a:solidFill>
                <a:latin typeface="Calibri"/>
                <a:cs typeface="Calibri"/>
              </a:rPr>
              <a:t>movement</a:t>
            </a:r>
            <a:r>
              <a:rPr sz="1400" spc="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1400" spc="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404040"/>
                </a:solidFill>
                <a:latin typeface="Calibri"/>
                <a:cs typeface="Calibri"/>
              </a:rPr>
              <a:t>hearing</a:t>
            </a:r>
            <a:r>
              <a:rPr sz="1400" spc="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404040"/>
                </a:solidFill>
                <a:latin typeface="Calibri"/>
                <a:cs typeface="Calibri"/>
              </a:rPr>
              <a:t>responses</a:t>
            </a:r>
            <a:endParaRPr sz="1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5243685-85C1-0D9A-7471-60AEDE0378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939" y="1295400"/>
            <a:ext cx="9324522" cy="5789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4826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49421" y="1589818"/>
            <a:ext cx="9139555" cy="4282440"/>
            <a:chOff x="349421" y="1589818"/>
            <a:chExt cx="9139555" cy="42824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9421" y="1589818"/>
              <a:ext cx="4137787" cy="428181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32277" y="3083819"/>
              <a:ext cx="5156673" cy="1590262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293FA1F2-CA85-7F00-BB24-23309CE4CBD1}"/>
              </a:ext>
            </a:extLst>
          </p:cNvPr>
          <p:cNvSpPr txBox="1"/>
          <p:nvPr/>
        </p:nvSpPr>
        <p:spPr>
          <a:xfrm>
            <a:off x="538065" y="506186"/>
            <a:ext cx="17720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Caudal midbrain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D34966A-8EE1-5D01-E35B-E989DA15C0D4}"/>
              </a:ext>
            </a:extLst>
          </p:cNvPr>
          <p:cNvCxnSpPr/>
          <p:nvPr/>
        </p:nvCxnSpPr>
        <p:spPr>
          <a:xfrm>
            <a:off x="4487208" y="3962400"/>
            <a:ext cx="8479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3332" y="1854019"/>
            <a:ext cx="4999354" cy="349068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07938" y="2358438"/>
            <a:ext cx="2557091" cy="268499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CC2358D-C0D2-0129-5667-98F68865AC66}"/>
              </a:ext>
            </a:extLst>
          </p:cNvPr>
          <p:cNvSpPr txBox="1"/>
          <p:nvPr/>
        </p:nvSpPr>
        <p:spPr>
          <a:xfrm>
            <a:off x="734007" y="506186"/>
            <a:ext cx="17720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Rostral midbrain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5A51B2D-DB2A-8A0E-6657-DC35BA8E0421}"/>
              </a:ext>
            </a:extLst>
          </p:cNvPr>
          <p:cNvSpPr/>
          <p:nvPr/>
        </p:nvSpPr>
        <p:spPr>
          <a:xfrm>
            <a:off x="2133600" y="1854019"/>
            <a:ext cx="304800" cy="203381"/>
          </a:xfrm>
          <a:prstGeom prst="ellipse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27BF57F-0568-CBE8-9585-35DEC1AC3E38}"/>
              </a:ext>
            </a:extLst>
          </p:cNvPr>
          <p:cNvSpPr/>
          <p:nvPr/>
        </p:nvSpPr>
        <p:spPr>
          <a:xfrm>
            <a:off x="3048000" y="2895600"/>
            <a:ext cx="304800" cy="203381"/>
          </a:xfrm>
          <a:prstGeom prst="ellipse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14400" y="990600"/>
            <a:ext cx="9034292" cy="547781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CCF29-2D57-6B1C-F6EB-AB65ABC15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Bonus Points: +5 points on your lowest quiz (out of 100 points)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6B5077-5B46-A6AC-03ED-8DC56F6159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rtl="0" fontAlgn="base">
              <a:spcBef>
                <a:spcPts val="7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Make a test with the materials you have learned today (with a test answer key)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Make a study guide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Make a quiz on </a:t>
            </a:r>
            <a:r>
              <a:rPr lang="en-US" sz="24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quizlet</a:t>
            </a: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rtl="0" fontAlgn="base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Make note cards with the material</a:t>
            </a:r>
          </a:p>
          <a:p>
            <a:r>
              <a:rPr lang="en-US" dirty="0"/>
              <a:t>Must include : functions for all midbrain and diencephalon structures that were discussed today.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807536"/>
      </p:ext>
    </p:extLst>
  </p:cSld>
  <p:clrMapOvr>
    <a:masterClrMapping/>
  </p:clrMapOvr>
</p:sld>
</file>

<file path=ppt/theme/theme1.xml><?xml version="1.0" encoding="utf-8"?>
<a:theme xmlns:a="http://schemas.openxmlformats.org/drawingml/2006/main" name="Basis">
  <a:themeElements>
    <a:clrScheme name="Basis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Basis</Template>
  <TotalTime>808</TotalTime>
  <Words>371</Words>
  <Application>Microsoft Office PowerPoint</Application>
  <PresentationFormat>Custom</PresentationFormat>
  <Paragraphs>68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Corbel</vt:lpstr>
      <vt:lpstr>Basis</vt:lpstr>
      <vt:lpstr>Midbrain and Diencephalon</vt:lpstr>
      <vt:lpstr>PowerPoint Presentation</vt:lpstr>
      <vt:lpstr>Midbrain Functions</vt:lpstr>
      <vt:lpstr>PowerPoint Presentation</vt:lpstr>
      <vt:lpstr>Midbrain Structures</vt:lpstr>
      <vt:lpstr>Tegmentum Structures</vt:lpstr>
      <vt:lpstr>Midbrain Structures</vt:lpstr>
      <vt:lpstr>Midbrain Structures</vt:lpstr>
      <vt:lpstr>Diencephalon Structures</vt:lpstr>
      <vt:lpstr>PowerPoint Presentation</vt:lpstr>
      <vt:lpstr>PowerPoint Presentation</vt:lpstr>
      <vt:lpstr>PowerPoint Presentation</vt:lpstr>
      <vt:lpstr>PowerPoint Presentation</vt:lpstr>
      <vt:lpstr>Bonus Points: +5 points on your lowest quiz (out of 100 points)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Dejeux, Mariana</cp:lastModifiedBy>
  <cp:revision>7</cp:revision>
  <dcterms:created xsi:type="dcterms:W3CDTF">2022-10-24T17:14:40Z</dcterms:created>
  <dcterms:modified xsi:type="dcterms:W3CDTF">2025-03-10T17:10:34Z</dcterms:modified>
</cp:coreProperties>
</file>