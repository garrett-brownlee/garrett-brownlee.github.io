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8" r:id="rId1"/>
  </p:sldMasterIdLst>
  <p:notesMasterIdLst>
    <p:notesMasterId r:id="rId41"/>
  </p:notesMasterIdLst>
  <p:sldIdLst>
    <p:sldId id="256" r:id="rId2"/>
    <p:sldId id="269" r:id="rId3"/>
    <p:sldId id="258" r:id="rId4"/>
    <p:sldId id="263" r:id="rId5"/>
    <p:sldId id="322" r:id="rId6"/>
    <p:sldId id="287" r:id="rId7"/>
    <p:sldId id="306" r:id="rId8"/>
    <p:sldId id="264" r:id="rId9"/>
    <p:sldId id="265" r:id="rId10"/>
    <p:sldId id="308" r:id="rId11"/>
    <p:sldId id="278" r:id="rId12"/>
    <p:sldId id="291" r:id="rId13"/>
    <p:sldId id="312" r:id="rId14"/>
    <p:sldId id="284" r:id="rId15"/>
    <p:sldId id="294" r:id="rId16"/>
    <p:sldId id="273" r:id="rId17"/>
    <p:sldId id="311" r:id="rId18"/>
    <p:sldId id="313" r:id="rId19"/>
    <p:sldId id="297" r:id="rId20"/>
    <p:sldId id="295" r:id="rId21"/>
    <p:sldId id="290" r:id="rId22"/>
    <p:sldId id="314" r:id="rId23"/>
    <p:sldId id="298" r:id="rId24"/>
    <p:sldId id="301" r:id="rId25"/>
    <p:sldId id="292" r:id="rId26"/>
    <p:sldId id="299" r:id="rId27"/>
    <p:sldId id="316" r:id="rId28"/>
    <p:sldId id="315" r:id="rId29"/>
    <p:sldId id="302" r:id="rId30"/>
    <p:sldId id="293" r:id="rId31"/>
    <p:sldId id="317" r:id="rId32"/>
    <p:sldId id="318" r:id="rId33"/>
    <p:sldId id="303" r:id="rId34"/>
    <p:sldId id="304" r:id="rId35"/>
    <p:sldId id="300" r:id="rId36"/>
    <p:sldId id="320" r:id="rId37"/>
    <p:sldId id="321" r:id="rId38"/>
    <p:sldId id="274" r:id="rId39"/>
    <p:sldId id="325" r:id="rId40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78B3F-55F3-4114-B763-B962E14A9728}" v="6" dt="2023-03-20T18:43:59.42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2226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vaiz, David" userId="c8d6af77-8848-4e82-9606-f6dc21726af4" providerId="ADAL" clId="{C4178B3F-55F3-4114-B763-B962E14A9728}"/>
    <pc:docChg chg="modSld">
      <pc:chgData name="Narvaiz, David" userId="c8d6af77-8848-4e82-9606-f6dc21726af4" providerId="ADAL" clId="{C4178B3F-55F3-4114-B763-B962E14A9728}" dt="2023-03-20T18:43:59.421" v="8"/>
      <pc:docMkLst>
        <pc:docMk/>
      </pc:docMkLst>
      <pc:sldChg chg="addSp modSp">
        <pc:chgData name="Narvaiz, David" userId="c8d6af77-8848-4e82-9606-f6dc21726af4" providerId="ADAL" clId="{C4178B3F-55F3-4114-B763-B962E14A9728}" dt="2023-03-20T18:39:44.926" v="3"/>
        <pc:sldMkLst>
          <pc:docMk/>
          <pc:sldMk cId="0" sldId="260"/>
        </pc:sldMkLst>
        <pc:spChg chg="add mod">
          <ac:chgData name="Narvaiz, David" userId="c8d6af77-8848-4e82-9606-f6dc21726af4" providerId="ADAL" clId="{C4178B3F-55F3-4114-B763-B962E14A9728}" dt="2023-03-20T18:39:44.926" v="3"/>
          <ac:spMkLst>
            <pc:docMk/>
            <pc:sldMk cId="0" sldId="260"/>
            <ac:spMk id="2" creationId="{710D8A14-376C-F8FF-A824-3762B0697F07}"/>
          </ac:spMkLst>
        </pc:spChg>
      </pc:sldChg>
      <pc:sldChg chg="addSp modSp">
        <pc:chgData name="Narvaiz, David" userId="c8d6af77-8848-4e82-9606-f6dc21726af4" providerId="ADAL" clId="{C4178B3F-55F3-4114-B763-B962E14A9728}" dt="2023-03-20T18:43:55.839" v="6"/>
        <pc:sldMkLst>
          <pc:docMk/>
          <pc:sldMk cId="0" sldId="263"/>
        </pc:sldMkLst>
        <pc:spChg chg="add mod">
          <ac:chgData name="Narvaiz, David" userId="c8d6af77-8848-4e82-9606-f6dc21726af4" providerId="ADAL" clId="{C4178B3F-55F3-4114-B763-B962E14A9728}" dt="2023-03-20T18:43:55.839" v="6"/>
          <ac:spMkLst>
            <pc:docMk/>
            <pc:sldMk cId="0" sldId="263"/>
            <ac:spMk id="5" creationId="{BD5ACED9-EFE8-E701-937E-139267CE1FE2}"/>
          </ac:spMkLst>
        </pc:spChg>
      </pc:sldChg>
      <pc:sldChg chg="addSp modSp">
        <pc:chgData name="Narvaiz, David" userId="c8d6af77-8848-4e82-9606-f6dc21726af4" providerId="ADAL" clId="{C4178B3F-55F3-4114-B763-B962E14A9728}" dt="2023-03-20T18:43:57.404" v="7"/>
        <pc:sldMkLst>
          <pc:docMk/>
          <pc:sldMk cId="0" sldId="264"/>
        </pc:sldMkLst>
        <pc:spChg chg="add mod">
          <ac:chgData name="Narvaiz, David" userId="c8d6af77-8848-4e82-9606-f6dc21726af4" providerId="ADAL" clId="{C4178B3F-55F3-4114-B763-B962E14A9728}" dt="2023-03-20T18:43:57.404" v="7"/>
          <ac:spMkLst>
            <pc:docMk/>
            <pc:sldMk cId="0" sldId="264"/>
            <ac:spMk id="2" creationId="{BAA6E1CA-CF3C-748F-78D1-FA12BB4FD499}"/>
          </ac:spMkLst>
        </pc:spChg>
      </pc:sldChg>
      <pc:sldChg chg="addSp modSp">
        <pc:chgData name="Narvaiz, David" userId="c8d6af77-8848-4e82-9606-f6dc21726af4" providerId="ADAL" clId="{C4178B3F-55F3-4114-B763-B962E14A9728}" dt="2023-03-20T18:43:59.421" v="8"/>
        <pc:sldMkLst>
          <pc:docMk/>
          <pc:sldMk cId="0" sldId="265"/>
        </pc:sldMkLst>
        <pc:spChg chg="add mod">
          <ac:chgData name="Narvaiz, David" userId="c8d6af77-8848-4e82-9606-f6dc21726af4" providerId="ADAL" clId="{C4178B3F-55F3-4114-B763-B962E14A9728}" dt="2023-03-20T18:43:59.421" v="8"/>
          <ac:spMkLst>
            <pc:docMk/>
            <pc:sldMk cId="0" sldId="265"/>
            <ac:spMk id="5" creationId="{FE5DC51D-DBAA-E8A7-EAA0-53B3BA9311FE}"/>
          </ac:spMkLst>
        </pc:spChg>
      </pc:sldChg>
      <pc:sldChg chg="addSp modSp">
        <pc:chgData name="Narvaiz, David" userId="c8d6af77-8848-4e82-9606-f6dc21726af4" providerId="ADAL" clId="{C4178B3F-55F3-4114-B763-B962E14A9728}" dt="2023-03-20T18:39:55.722" v="5"/>
        <pc:sldMkLst>
          <pc:docMk/>
          <pc:sldMk cId="0" sldId="267"/>
        </pc:sldMkLst>
        <pc:spChg chg="add mod">
          <ac:chgData name="Narvaiz, David" userId="c8d6af77-8848-4e82-9606-f6dc21726af4" providerId="ADAL" clId="{C4178B3F-55F3-4114-B763-B962E14A9728}" dt="2023-03-20T18:39:55.722" v="5"/>
          <ac:spMkLst>
            <pc:docMk/>
            <pc:sldMk cId="0" sldId="267"/>
            <ac:spMk id="23" creationId="{F5C237DC-F83E-13B9-A973-8289F835D7E8}"/>
          </ac:spMkLst>
        </pc:spChg>
      </pc:sldChg>
      <pc:sldChg chg="addSp modSp mod">
        <pc:chgData name="Narvaiz, David" userId="c8d6af77-8848-4e82-9606-f6dc21726af4" providerId="ADAL" clId="{C4178B3F-55F3-4114-B763-B962E14A9728}" dt="2023-03-20T18:39:25.609" v="2" actId="208"/>
        <pc:sldMkLst>
          <pc:docMk/>
          <pc:sldMk cId="3761938093" sldId="271"/>
        </pc:sldMkLst>
        <pc:spChg chg="add mod">
          <ac:chgData name="Narvaiz, David" userId="c8d6af77-8848-4e82-9606-f6dc21726af4" providerId="ADAL" clId="{C4178B3F-55F3-4114-B763-B962E14A9728}" dt="2023-03-20T18:39:25.609" v="2" actId="208"/>
          <ac:spMkLst>
            <pc:docMk/>
            <pc:sldMk cId="3761938093" sldId="271"/>
            <ac:spMk id="6" creationId="{4FFBD123-480C-B286-7A95-E08BB55AE134}"/>
          </ac:spMkLst>
        </pc:spChg>
      </pc:sldChg>
      <pc:sldChg chg="addSp modSp">
        <pc:chgData name="Narvaiz, David" userId="c8d6af77-8848-4e82-9606-f6dc21726af4" providerId="ADAL" clId="{C4178B3F-55F3-4114-B763-B962E14A9728}" dt="2023-03-20T18:39:51.475" v="4"/>
        <pc:sldMkLst>
          <pc:docMk/>
          <pc:sldMk cId="2169832462" sldId="286"/>
        </pc:sldMkLst>
        <pc:spChg chg="add mod">
          <ac:chgData name="Narvaiz, David" userId="c8d6af77-8848-4e82-9606-f6dc21726af4" providerId="ADAL" clId="{C4178B3F-55F3-4114-B763-B962E14A9728}" dt="2023-03-20T18:39:51.475" v="4"/>
          <ac:spMkLst>
            <pc:docMk/>
            <pc:sldMk cId="2169832462" sldId="286"/>
            <ac:spMk id="7" creationId="{2B908366-EBA8-30FE-B5EB-D78C7A8C6C04}"/>
          </ac:spMkLst>
        </pc:spChg>
      </pc:sldChg>
    </pc:docChg>
  </pc:docChgLst>
  <pc:docChgLst>
    <pc:chgData name="Narvaiz, David" userId="c8d6af77-8848-4e82-9606-f6dc21726af4" providerId="ADAL" clId="{FC245BBC-AE60-4464-A4B4-6E7E064A5B21}"/>
    <pc:docChg chg="undo custSel addSld delSld modSld sldOrd">
      <pc:chgData name="Narvaiz, David" userId="c8d6af77-8848-4e82-9606-f6dc21726af4" providerId="ADAL" clId="{FC245BBC-AE60-4464-A4B4-6E7E064A5B21}" dt="2022-10-17T19:17:30.221" v="993" actId="478"/>
      <pc:docMkLst>
        <pc:docMk/>
      </pc:docMkLst>
      <pc:sldChg chg="addSp delSp modSp mod setBg">
        <pc:chgData name="Narvaiz, David" userId="c8d6af77-8848-4e82-9606-f6dc21726af4" providerId="ADAL" clId="{FC245BBC-AE60-4464-A4B4-6E7E064A5B21}" dt="2022-10-17T15:10:29.323" v="93" actId="478"/>
        <pc:sldMkLst>
          <pc:docMk/>
          <pc:sldMk cId="0" sldId="257"/>
        </pc:sldMkLst>
        <pc:spChg chg="add del">
          <ac:chgData name="Narvaiz, David" userId="c8d6af77-8848-4e82-9606-f6dc21726af4" providerId="ADAL" clId="{FC245BBC-AE60-4464-A4B4-6E7E064A5B21}" dt="2022-10-17T15:03:51.499" v="22" actId="26606"/>
          <ac:spMkLst>
            <pc:docMk/>
            <pc:sldMk cId="0" sldId="257"/>
            <ac:spMk id="8" creationId="{42A4FC2C-047E-45A5-965D-8E1E3BF09BC6}"/>
          </ac:spMkLst>
        </pc:spChg>
        <pc:spChg chg="add del mod">
          <ac:chgData name="Narvaiz, David" userId="c8d6af77-8848-4e82-9606-f6dc21726af4" providerId="ADAL" clId="{FC245BBC-AE60-4464-A4B4-6E7E064A5B21}" dt="2022-10-17T15:10:26.339" v="90" actId="478"/>
          <ac:spMkLst>
            <pc:docMk/>
            <pc:sldMk cId="0" sldId="257"/>
            <ac:spMk id="10" creationId="{16C8AFAB-1582-F0E5-37F7-89E39D3D9E36}"/>
          </ac:spMkLst>
        </pc:spChg>
        <pc:spChg chg="add del mod">
          <ac:chgData name="Narvaiz, David" userId="c8d6af77-8848-4e82-9606-f6dc21726af4" providerId="ADAL" clId="{FC245BBC-AE60-4464-A4B4-6E7E064A5B21}" dt="2022-10-17T15:10:29.323" v="93" actId="478"/>
          <ac:spMkLst>
            <pc:docMk/>
            <pc:sldMk cId="0" sldId="257"/>
            <ac:spMk id="11" creationId="{6FDEB0B5-049C-393A-4EEF-CEE7D8CB9EEC}"/>
          </ac:spMkLst>
        </pc:spChg>
        <pc:picChg chg="del mod">
          <ac:chgData name="Narvaiz, David" userId="c8d6af77-8848-4e82-9606-f6dc21726af4" providerId="ADAL" clId="{FC245BBC-AE60-4464-A4B4-6E7E064A5B21}" dt="2022-10-17T15:03:31.025" v="19" actId="478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Narvaiz, David" userId="c8d6af77-8848-4e82-9606-f6dc21726af4" providerId="ADAL" clId="{FC245BBC-AE60-4464-A4B4-6E7E064A5B21}" dt="2022-10-17T15:08:30.413" v="38"/>
          <ac:picMkLst>
            <pc:docMk/>
            <pc:sldMk cId="0" sldId="257"/>
            <ac:picMk id="3" creationId="{3C96799E-823B-6BE1-6811-D6EE40564303}"/>
          </ac:picMkLst>
        </pc:picChg>
        <pc:cxnChg chg="add del mod">
          <ac:chgData name="Narvaiz, David" userId="c8d6af77-8848-4e82-9606-f6dc21726af4" providerId="ADAL" clId="{FC245BBC-AE60-4464-A4B4-6E7E064A5B21}" dt="2022-10-17T15:10:27.171" v="91" actId="478"/>
          <ac:cxnSpMkLst>
            <pc:docMk/>
            <pc:sldMk cId="0" sldId="257"/>
            <ac:cxnSpMk id="5" creationId="{14D14291-40C6-6F80-E6F1-3B76B76505FE}"/>
          </ac:cxnSpMkLst>
        </pc:cxnChg>
        <pc:cxnChg chg="add del mod">
          <ac:chgData name="Narvaiz, David" userId="c8d6af77-8848-4e82-9606-f6dc21726af4" providerId="ADAL" clId="{FC245BBC-AE60-4464-A4B4-6E7E064A5B21}" dt="2022-10-17T15:10:28.323" v="92" actId="478"/>
          <ac:cxnSpMkLst>
            <pc:docMk/>
            <pc:sldMk cId="0" sldId="257"/>
            <ac:cxnSpMk id="9" creationId="{795D1372-2DC1-F5FA-0953-B3575BECAC40}"/>
          </ac:cxnSpMkLst>
        </pc:cxnChg>
      </pc:sldChg>
      <pc:sldChg chg="modSp mod">
        <pc:chgData name="Narvaiz, David" userId="c8d6af77-8848-4e82-9606-f6dc21726af4" providerId="ADAL" clId="{FC245BBC-AE60-4464-A4B4-6E7E064A5B21}" dt="2022-10-17T15:00:10.417" v="18" actId="1076"/>
        <pc:sldMkLst>
          <pc:docMk/>
          <pc:sldMk cId="0" sldId="258"/>
        </pc:sldMkLst>
        <pc:picChg chg="mod">
          <ac:chgData name="Narvaiz, David" userId="c8d6af77-8848-4e82-9606-f6dc21726af4" providerId="ADAL" clId="{FC245BBC-AE60-4464-A4B4-6E7E064A5B21}" dt="2022-10-17T15:00:10.417" v="18" actId="1076"/>
          <ac:picMkLst>
            <pc:docMk/>
            <pc:sldMk cId="0" sldId="258"/>
            <ac:picMk id="2" creationId="{00000000-0000-0000-0000-000000000000}"/>
          </ac:picMkLst>
        </pc:picChg>
      </pc:sldChg>
      <pc:sldChg chg="del ord">
        <pc:chgData name="Narvaiz, David" userId="c8d6af77-8848-4e82-9606-f6dc21726af4" providerId="ADAL" clId="{FC245BBC-AE60-4464-A4B4-6E7E064A5B21}" dt="2022-10-17T15:35:13.293" v="134" actId="2696"/>
        <pc:sldMkLst>
          <pc:docMk/>
          <pc:sldMk cId="0" sldId="259"/>
        </pc:sldMkLst>
      </pc:sldChg>
      <pc:sldChg chg="delSp modSp mod">
        <pc:chgData name="Narvaiz, David" userId="c8d6af77-8848-4e82-9606-f6dc21726af4" providerId="ADAL" clId="{FC245BBC-AE60-4464-A4B4-6E7E064A5B21}" dt="2022-10-17T18:39:48.664" v="657" actId="20577"/>
        <pc:sldMkLst>
          <pc:docMk/>
          <pc:sldMk cId="0" sldId="260"/>
        </pc:sldMkLst>
        <pc:spChg chg="del">
          <ac:chgData name="Narvaiz, David" userId="c8d6af77-8848-4e82-9606-f6dc21726af4" providerId="ADAL" clId="{FC245BBC-AE60-4464-A4B4-6E7E064A5B21}" dt="2022-10-17T14:48:23.702" v="13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Narvaiz, David" userId="c8d6af77-8848-4e82-9606-f6dc21726af4" providerId="ADAL" clId="{FC245BBC-AE60-4464-A4B4-6E7E064A5B21}" dt="2022-10-17T14:48:14.225" v="12"/>
          <ac:spMkLst>
            <pc:docMk/>
            <pc:sldMk cId="0" sldId="260"/>
            <ac:spMk id="3" creationId="{00000000-0000-0000-0000-000000000000}"/>
          </ac:spMkLst>
        </pc:spChg>
        <pc:spChg chg="mod">
          <ac:chgData name="Narvaiz, David" userId="c8d6af77-8848-4e82-9606-f6dc21726af4" providerId="ADAL" clId="{FC245BBC-AE60-4464-A4B4-6E7E064A5B21}" dt="2022-10-17T18:39:48.664" v="657" actId="20577"/>
          <ac:spMkLst>
            <pc:docMk/>
            <pc:sldMk cId="0" sldId="260"/>
            <ac:spMk id="9" creationId="{00000000-0000-0000-0000-000000000000}"/>
          </ac:spMkLst>
        </pc:spChg>
        <pc:grpChg chg="mod">
          <ac:chgData name="Narvaiz, David" userId="c8d6af77-8848-4e82-9606-f6dc21726af4" providerId="ADAL" clId="{FC245BBC-AE60-4464-A4B4-6E7E064A5B21}" dt="2022-10-17T18:37:30.973" v="637" actId="1038"/>
          <ac:grpSpMkLst>
            <pc:docMk/>
            <pc:sldMk cId="0" sldId="260"/>
            <ac:grpSpMk id="4" creationId="{00000000-0000-0000-0000-000000000000}"/>
          </ac:grpSpMkLst>
        </pc:grpChg>
      </pc:sldChg>
      <pc:sldChg chg="addSp delSp modSp mod">
        <pc:chgData name="Narvaiz, David" userId="c8d6af77-8848-4e82-9606-f6dc21726af4" providerId="ADAL" clId="{FC245BBC-AE60-4464-A4B4-6E7E064A5B21}" dt="2022-10-17T18:53:05.240" v="901" actId="1076"/>
        <pc:sldMkLst>
          <pc:docMk/>
          <pc:sldMk cId="0" sldId="261"/>
        </pc:sldMkLst>
        <pc:spChg chg="add del mod">
          <ac:chgData name="Narvaiz, David" userId="c8d6af77-8848-4e82-9606-f6dc21726af4" providerId="ADAL" clId="{FC245BBC-AE60-4464-A4B4-6E7E064A5B21}" dt="2022-10-17T18:45:24.527" v="665" actId="478"/>
          <ac:spMkLst>
            <pc:docMk/>
            <pc:sldMk cId="0" sldId="261"/>
            <ac:spMk id="35" creationId="{D9A886B7-571B-AF19-7DD3-C107FEB819AD}"/>
          </ac:spMkLst>
        </pc:spChg>
        <pc:spChg chg="add del mod">
          <ac:chgData name="Narvaiz, David" userId="c8d6af77-8848-4e82-9606-f6dc21726af4" providerId="ADAL" clId="{FC245BBC-AE60-4464-A4B4-6E7E064A5B21}" dt="2022-10-17T18:45:57.519" v="738" actId="478"/>
          <ac:spMkLst>
            <pc:docMk/>
            <pc:sldMk cId="0" sldId="261"/>
            <ac:spMk id="36" creationId="{2E17CF7E-4098-21BD-F845-D23BB8ED8FF7}"/>
          </ac:spMkLst>
        </pc:spChg>
        <pc:spChg chg="add mod">
          <ac:chgData name="Narvaiz, David" userId="c8d6af77-8848-4e82-9606-f6dc21726af4" providerId="ADAL" clId="{FC245BBC-AE60-4464-A4B4-6E7E064A5B21}" dt="2022-10-17T18:46:19.895" v="801" actId="14100"/>
          <ac:spMkLst>
            <pc:docMk/>
            <pc:sldMk cId="0" sldId="261"/>
            <ac:spMk id="37" creationId="{F3F467A0-4308-50AF-ADD3-B7B4F9394D60}"/>
          </ac:spMkLst>
        </pc:spChg>
        <pc:spChg chg="add mod">
          <ac:chgData name="Narvaiz, David" userId="c8d6af77-8848-4e82-9606-f6dc21726af4" providerId="ADAL" clId="{FC245BBC-AE60-4464-A4B4-6E7E064A5B21}" dt="2022-10-17T18:53:05.240" v="901" actId="1076"/>
          <ac:spMkLst>
            <pc:docMk/>
            <pc:sldMk cId="0" sldId="261"/>
            <ac:spMk id="42" creationId="{5FD471D8-7770-7D52-4177-84214A517025}"/>
          </ac:spMkLst>
        </pc:spChg>
        <pc:grpChg chg="mod">
          <ac:chgData name="Narvaiz, David" userId="c8d6af77-8848-4e82-9606-f6dc21726af4" providerId="ADAL" clId="{FC245BBC-AE60-4464-A4B4-6E7E064A5B21}" dt="2022-10-17T18:45:29.728" v="668" actId="1076"/>
          <ac:grpSpMkLst>
            <pc:docMk/>
            <pc:sldMk cId="0" sldId="261"/>
            <ac:grpSpMk id="2" creationId="{00000000-0000-0000-0000-000000000000}"/>
          </ac:grpSpMkLst>
        </pc:grpChg>
        <pc:inkChg chg="add del">
          <ac:chgData name="Narvaiz, David" userId="c8d6af77-8848-4e82-9606-f6dc21726af4" providerId="ADAL" clId="{FC245BBC-AE60-4464-A4B4-6E7E064A5B21}" dt="2022-10-17T18:46:35.424" v="803" actId="9405"/>
          <ac:inkMkLst>
            <pc:docMk/>
            <pc:sldMk cId="0" sldId="261"/>
            <ac:inkMk id="38" creationId="{AEBEE335-CBC1-EE72-3442-21064BA39D59}"/>
          </ac:inkMkLst>
        </pc:inkChg>
        <pc:inkChg chg="add del">
          <ac:chgData name="Narvaiz, David" userId="c8d6af77-8848-4e82-9606-f6dc21726af4" providerId="ADAL" clId="{FC245BBC-AE60-4464-A4B4-6E7E064A5B21}" dt="2022-10-17T18:46:43.256" v="805" actId="9405"/>
          <ac:inkMkLst>
            <pc:docMk/>
            <pc:sldMk cId="0" sldId="261"/>
            <ac:inkMk id="39" creationId="{871B98F3-7141-42E2-4134-D4119F3AFB02}"/>
          </ac:inkMkLst>
        </pc:inkChg>
        <pc:inkChg chg="add del">
          <ac:chgData name="Narvaiz, David" userId="c8d6af77-8848-4e82-9606-f6dc21726af4" providerId="ADAL" clId="{FC245BBC-AE60-4464-A4B4-6E7E064A5B21}" dt="2022-10-17T18:46:48.016" v="807" actId="9405"/>
          <ac:inkMkLst>
            <pc:docMk/>
            <pc:sldMk cId="0" sldId="261"/>
            <ac:inkMk id="40" creationId="{79A56B17-1EC5-6B3E-CE34-127870161686}"/>
          </ac:inkMkLst>
        </pc:inkChg>
        <pc:inkChg chg="add mod">
          <ac:chgData name="Narvaiz, David" userId="c8d6af77-8848-4e82-9606-f6dc21726af4" providerId="ADAL" clId="{FC245BBC-AE60-4464-A4B4-6E7E064A5B21}" dt="2022-10-17T18:47:02.904" v="809" actId="14100"/>
          <ac:inkMkLst>
            <pc:docMk/>
            <pc:sldMk cId="0" sldId="261"/>
            <ac:inkMk id="41" creationId="{459CC4BA-E984-642A-13FE-7170AC8B293F}"/>
          </ac:inkMkLst>
        </pc:inkChg>
      </pc:sldChg>
      <pc:sldChg chg="del">
        <pc:chgData name="Narvaiz, David" userId="c8d6af77-8848-4e82-9606-f6dc21726af4" providerId="ADAL" clId="{FC245BBC-AE60-4464-A4B4-6E7E064A5B21}" dt="2022-10-17T18:24:52.122" v="340" actId="2696"/>
        <pc:sldMkLst>
          <pc:docMk/>
          <pc:sldMk cId="0" sldId="262"/>
        </pc:sldMkLst>
      </pc:sldChg>
      <pc:sldChg chg="addSp delSp modSp mod modClrScheme chgLayout">
        <pc:chgData name="Narvaiz, David" userId="c8d6af77-8848-4e82-9606-f6dc21726af4" providerId="ADAL" clId="{FC245BBC-AE60-4464-A4B4-6E7E064A5B21}" dt="2022-10-17T18:57:52.259" v="959" actId="115"/>
        <pc:sldMkLst>
          <pc:docMk/>
          <pc:sldMk cId="0" sldId="264"/>
        </pc:sldMkLst>
        <pc:spChg chg="del">
          <ac:chgData name="Narvaiz, David" userId="c8d6af77-8848-4e82-9606-f6dc21726af4" providerId="ADAL" clId="{FC245BBC-AE60-4464-A4B4-6E7E064A5B21}" dt="2022-10-17T14:48:26.854" v="14" actId="478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Narvaiz, David" userId="c8d6af77-8848-4e82-9606-f6dc21726af4" providerId="ADAL" clId="{FC245BBC-AE60-4464-A4B4-6E7E064A5B21}" dt="2022-10-17T18:56:16.033" v="954" actId="255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Narvaiz, David" userId="c8d6af77-8848-4e82-9606-f6dc21726af4" providerId="ADAL" clId="{FC245BBC-AE60-4464-A4B4-6E7E064A5B21}" dt="2022-10-17T18:54:17.960" v="906" actId="478"/>
          <ac:spMkLst>
            <pc:docMk/>
            <pc:sldMk cId="0" sldId="264"/>
            <ac:spMk id="8" creationId="{00000000-0000-0000-0000-000000000000}"/>
          </ac:spMkLst>
        </pc:spChg>
        <pc:spChg chg="mod ord">
          <ac:chgData name="Narvaiz, David" userId="c8d6af77-8848-4e82-9606-f6dc21726af4" providerId="ADAL" clId="{FC245BBC-AE60-4464-A4B4-6E7E064A5B21}" dt="2022-10-17T18:57:52.259" v="959" actId="115"/>
          <ac:spMkLst>
            <pc:docMk/>
            <pc:sldMk cId="0" sldId="264"/>
            <ac:spMk id="9" creationId="{00000000-0000-0000-0000-000000000000}"/>
          </ac:spMkLst>
        </pc:spChg>
        <pc:spChg chg="add del mod ord">
          <ac:chgData name="Narvaiz, David" userId="c8d6af77-8848-4e82-9606-f6dc21726af4" providerId="ADAL" clId="{FC245BBC-AE60-4464-A4B4-6E7E064A5B21}" dt="2022-10-17T18:55:34.960" v="946" actId="478"/>
          <ac:spMkLst>
            <pc:docMk/>
            <pc:sldMk cId="0" sldId="264"/>
            <ac:spMk id="10" creationId="{6F5E2619-DFA8-B301-53CA-7F14AA038DFD}"/>
          </ac:spMkLst>
        </pc:spChg>
        <pc:grpChg chg="mod">
          <ac:chgData name="Narvaiz, David" userId="c8d6af77-8848-4e82-9606-f6dc21726af4" providerId="ADAL" clId="{FC245BBC-AE60-4464-A4B4-6E7E064A5B21}" dt="2022-10-17T18:55:55.554" v="953" actId="14100"/>
          <ac:grpSpMkLst>
            <pc:docMk/>
            <pc:sldMk cId="0" sldId="264"/>
            <ac:grpSpMk id="4" creationId="{00000000-0000-0000-0000-000000000000}"/>
          </ac:grpSpMkLst>
        </pc:grpChg>
      </pc:sldChg>
      <pc:sldChg chg="addSp modSp mod">
        <pc:chgData name="Narvaiz, David" userId="c8d6af77-8848-4e82-9606-f6dc21726af4" providerId="ADAL" clId="{FC245BBC-AE60-4464-A4B4-6E7E064A5B21}" dt="2022-10-17T18:52:31.567" v="844" actId="1076"/>
        <pc:sldMkLst>
          <pc:docMk/>
          <pc:sldMk cId="0" sldId="266"/>
        </pc:sldMkLst>
        <pc:spChg chg="add mod">
          <ac:chgData name="Narvaiz, David" userId="c8d6af77-8848-4e82-9606-f6dc21726af4" providerId="ADAL" clId="{FC245BBC-AE60-4464-A4B4-6E7E064A5B21}" dt="2022-10-17T18:52:31.567" v="844" actId="1076"/>
          <ac:spMkLst>
            <pc:docMk/>
            <pc:sldMk cId="0" sldId="266"/>
            <ac:spMk id="17" creationId="{8EF5875C-05D9-5CDD-276A-081F0A0A2346}"/>
          </ac:spMkLst>
        </pc:spChg>
      </pc:sldChg>
      <pc:sldChg chg="addSp delSp modSp mod">
        <pc:chgData name="Narvaiz, David" userId="c8d6af77-8848-4e82-9606-f6dc21726af4" providerId="ADAL" clId="{FC245BBC-AE60-4464-A4B4-6E7E064A5B21}" dt="2022-10-17T19:17:30.221" v="993" actId="478"/>
        <pc:sldMkLst>
          <pc:docMk/>
          <pc:sldMk cId="0" sldId="267"/>
        </pc:sldMkLst>
        <pc:spChg chg="mod">
          <ac:chgData name="Narvaiz, David" userId="c8d6af77-8848-4e82-9606-f6dc21726af4" providerId="ADAL" clId="{FC245BBC-AE60-4464-A4B4-6E7E064A5B21}" dt="2022-10-17T18:59:57.522" v="962" actId="1076"/>
          <ac:spMkLst>
            <pc:docMk/>
            <pc:sldMk cId="0" sldId="267"/>
            <ac:spMk id="16" creationId="{00000000-0000-0000-0000-000000000000}"/>
          </ac:spMkLst>
        </pc:spChg>
        <pc:grpChg chg="add del">
          <ac:chgData name="Narvaiz, David" userId="c8d6af77-8848-4e82-9606-f6dc21726af4" providerId="ADAL" clId="{FC245BBC-AE60-4464-A4B4-6E7E064A5B21}" dt="2022-10-17T19:17:30.221" v="993" actId="478"/>
          <ac:grpSpMkLst>
            <pc:docMk/>
            <pc:sldMk cId="0" sldId="267"/>
            <ac:grpSpMk id="23" creationId="{00000000-0000-0000-0000-000000000000}"/>
          </ac:grpSpMkLst>
        </pc:grpChg>
        <pc:picChg chg="add del">
          <ac:chgData name="Narvaiz, David" userId="c8d6af77-8848-4e82-9606-f6dc21726af4" providerId="ADAL" clId="{FC245BBC-AE60-4464-A4B4-6E7E064A5B21}" dt="2022-10-17T19:00:05.811" v="964" actId="478"/>
          <ac:picMkLst>
            <pc:docMk/>
            <pc:sldMk cId="0" sldId="267"/>
            <ac:picMk id="5" creationId="{00000000-0000-0000-0000-000000000000}"/>
          </ac:picMkLst>
        </pc:picChg>
      </pc:sldChg>
      <pc:sldChg chg="addSp modSp new mod ord modAnim">
        <pc:chgData name="Narvaiz, David" userId="c8d6af77-8848-4e82-9606-f6dc21726af4" providerId="ADAL" clId="{FC245BBC-AE60-4464-A4B4-6E7E064A5B21}" dt="2022-10-17T14:46:25.886" v="5" actId="14100"/>
        <pc:sldMkLst>
          <pc:docMk/>
          <pc:sldMk cId="2458165782" sldId="268"/>
        </pc:sldMkLst>
        <pc:picChg chg="add mod">
          <ac:chgData name="Narvaiz, David" userId="c8d6af77-8848-4e82-9606-f6dc21726af4" providerId="ADAL" clId="{FC245BBC-AE60-4464-A4B4-6E7E064A5B21}" dt="2022-10-17T14:46:25.886" v="5" actId="14100"/>
          <ac:picMkLst>
            <pc:docMk/>
            <pc:sldMk cId="2458165782" sldId="268"/>
            <ac:picMk id="2" creationId="{7611077F-0E6A-B4B1-6C9C-C23DC4AD5EF5}"/>
          </ac:picMkLst>
        </pc:picChg>
      </pc:sldChg>
      <pc:sldChg chg="add">
        <pc:chgData name="Narvaiz, David" userId="c8d6af77-8848-4e82-9606-f6dc21726af4" providerId="ADAL" clId="{FC245BBC-AE60-4464-A4B4-6E7E064A5B21}" dt="2022-10-17T15:10:23.359" v="89" actId="2890"/>
        <pc:sldMkLst>
          <pc:docMk/>
          <pc:sldMk cId="313072880" sldId="269"/>
        </pc:sldMkLst>
      </pc:sldChg>
      <pc:sldChg chg="addSp delSp modSp new mod modNotesTx">
        <pc:chgData name="Narvaiz, David" userId="c8d6af77-8848-4e82-9606-f6dc21726af4" providerId="ADAL" clId="{FC245BBC-AE60-4464-A4B4-6E7E064A5B21}" dt="2022-10-17T15:44:15.092" v="153" actId="14100"/>
        <pc:sldMkLst>
          <pc:docMk/>
          <pc:sldMk cId="4078118998" sldId="270"/>
        </pc:sldMkLst>
        <pc:spChg chg="del">
          <ac:chgData name="Narvaiz, David" userId="c8d6af77-8848-4e82-9606-f6dc21726af4" providerId="ADAL" clId="{FC245BBC-AE60-4464-A4B4-6E7E064A5B21}" dt="2022-10-17T15:33:12.499" v="97" actId="478"/>
          <ac:spMkLst>
            <pc:docMk/>
            <pc:sldMk cId="4078118998" sldId="270"/>
            <ac:spMk id="2" creationId="{E75222BE-CE17-731C-AC71-B954022AC697}"/>
          </ac:spMkLst>
        </pc:spChg>
        <pc:spChg chg="del">
          <ac:chgData name="Narvaiz, David" userId="c8d6af77-8848-4e82-9606-f6dc21726af4" providerId="ADAL" clId="{FC245BBC-AE60-4464-A4B4-6E7E064A5B21}" dt="2022-10-17T15:33:10.625" v="96" actId="478"/>
          <ac:spMkLst>
            <pc:docMk/>
            <pc:sldMk cId="4078118998" sldId="270"/>
            <ac:spMk id="3" creationId="{04B4B640-174B-CF93-3833-6DC3D10176AD}"/>
          </ac:spMkLst>
        </pc:spChg>
        <pc:spChg chg="add del mod">
          <ac:chgData name="Narvaiz, David" userId="c8d6af77-8848-4e82-9606-f6dc21726af4" providerId="ADAL" clId="{FC245BBC-AE60-4464-A4B4-6E7E064A5B21}" dt="2022-10-17T15:44:14.141" v="151" actId="767"/>
          <ac:spMkLst>
            <pc:docMk/>
            <pc:sldMk cId="4078118998" sldId="270"/>
            <ac:spMk id="5" creationId="{FD50A621-1DB9-54C8-0E1B-C17C7D6545AC}"/>
          </ac:spMkLst>
        </pc:spChg>
        <pc:picChg chg="add mod">
          <ac:chgData name="Narvaiz, David" userId="c8d6af77-8848-4e82-9606-f6dc21726af4" providerId="ADAL" clId="{FC245BBC-AE60-4464-A4B4-6E7E064A5B21}" dt="2022-10-17T15:44:15.092" v="153" actId="14100"/>
          <ac:picMkLst>
            <pc:docMk/>
            <pc:sldMk cId="4078118998" sldId="270"/>
            <ac:picMk id="4" creationId="{4B9FACA8-10F6-DFCD-A98D-50BCBB5EFCDF}"/>
          </ac:picMkLst>
        </pc:picChg>
      </pc:sldChg>
      <pc:sldChg chg="addSp modSp add mod">
        <pc:chgData name="Narvaiz, David" userId="c8d6af77-8848-4e82-9606-f6dc21726af4" providerId="ADAL" clId="{FC245BBC-AE60-4464-A4B4-6E7E064A5B21}" dt="2022-10-17T15:35:06.497" v="133" actId="20577"/>
        <pc:sldMkLst>
          <pc:docMk/>
          <pc:sldMk cId="3761938093" sldId="271"/>
        </pc:sldMkLst>
        <pc:spChg chg="add mod">
          <ac:chgData name="Narvaiz, David" userId="c8d6af77-8848-4e82-9606-f6dc21726af4" providerId="ADAL" clId="{FC245BBC-AE60-4464-A4B4-6E7E064A5B21}" dt="2022-10-17T15:35:06.497" v="133" actId="20577"/>
          <ac:spMkLst>
            <pc:docMk/>
            <pc:sldMk cId="3761938093" sldId="271"/>
            <ac:spMk id="5" creationId="{96772463-8CEB-2325-C40B-2E444950DBEB}"/>
          </ac:spMkLst>
        </pc:spChg>
      </pc:sldChg>
      <pc:sldChg chg="add del ord modNotesTx">
        <pc:chgData name="Narvaiz, David" userId="c8d6af77-8848-4e82-9606-f6dc21726af4" providerId="ADAL" clId="{FC245BBC-AE60-4464-A4B4-6E7E064A5B21}" dt="2022-10-17T18:25:53.682" v="346" actId="47"/>
        <pc:sldMkLst>
          <pc:docMk/>
          <pc:sldMk cId="2354488067" sldId="272"/>
        </pc:sldMkLst>
      </pc:sldChg>
      <pc:sldChg chg="addSp delSp modSp new mod ord modNotesTx">
        <pc:chgData name="Narvaiz, David" userId="c8d6af77-8848-4e82-9606-f6dc21726af4" providerId="ADAL" clId="{FC245BBC-AE60-4464-A4B4-6E7E064A5B21}" dt="2022-10-17T18:25:52.245" v="345"/>
        <pc:sldMkLst>
          <pc:docMk/>
          <pc:sldMk cId="3618296936" sldId="273"/>
        </pc:sldMkLst>
        <pc:spChg chg="del">
          <ac:chgData name="Narvaiz, David" userId="c8d6af77-8848-4e82-9606-f6dc21726af4" providerId="ADAL" clId="{FC245BBC-AE60-4464-A4B4-6E7E064A5B21}" dt="2022-10-17T16:08:25.481" v="156" actId="478"/>
          <ac:spMkLst>
            <pc:docMk/>
            <pc:sldMk cId="3618296936" sldId="273"/>
            <ac:spMk id="2" creationId="{598D09C6-9324-EAE6-E58B-D4F7CA2865DE}"/>
          </ac:spMkLst>
        </pc:spChg>
        <pc:spChg chg="del">
          <ac:chgData name="Narvaiz, David" userId="c8d6af77-8848-4e82-9606-f6dc21726af4" providerId="ADAL" clId="{FC245BBC-AE60-4464-A4B4-6E7E064A5B21}" dt="2022-10-17T16:08:21.954" v="155"/>
          <ac:spMkLst>
            <pc:docMk/>
            <pc:sldMk cId="3618296936" sldId="273"/>
            <ac:spMk id="3" creationId="{55FA74A1-5C95-04FC-DE79-5873D912186F}"/>
          </ac:spMkLst>
        </pc:spChg>
        <pc:picChg chg="add mod modCrop">
          <ac:chgData name="Narvaiz, David" userId="c8d6af77-8848-4e82-9606-f6dc21726af4" providerId="ADAL" clId="{FC245BBC-AE60-4464-A4B4-6E7E064A5B21}" dt="2022-10-17T16:09:53.992" v="162" actId="14100"/>
          <ac:picMkLst>
            <pc:docMk/>
            <pc:sldMk cId="3618296936" sldId="273"/>
            <ac:picMk id="4" creationId="{AD879162-44CD-D238-4582-5ECC75E6F8AA}"/>
          </ac:picMkLst>
        </pc:picChg>
      </pc:sldChg>
      <pc:sldChg chg="addSp delSp modSp add mod ord modNotesTx">
        <pc:chgData name="Narvaiz, David" userId="c8d6af77-8848-4e82-9606-f6dc21726af4" providerId="ADAL" clId="{FC245BBC-AE60-4464-A4B4-6E7E064A5B21}" dt="2022-10-17T18:11:25.889" v="332" actId="13926"/>
        <pc:sldMkLst>
          <pc:docMk/>
          <pc:sldMk cId="3768429158" sldId="274"/>
        </pc:sldMkLst>
        <pc:graphicFrameChg chg="modGraphic">
          <ac:chgData name="Narvaiz, David" userId="c8d6af77-8848-4e82-9606-f6dc21726af4" providerId="ADAL" clId="{FC245BBC-AE60-4464-A4B4-6E7E064A5B21}" dt="2022-10-17T18:11:25.889" v="332" actId="13926"/>
          <ac:graphicFrameMkLst>
            <pc:docMk/>
            <pc:sldMk cId="3768429158" sldId="274"/>
            <ac:graphicFrameMk id="4" creationId="{00000000-0000-0000-0000-000000000000}"/>
          </ac:graphicFrameMkLst>
        </pc:graphicFrameChg>
        <pc:picChg chg="add del mod">
          <ac:chgData name="Narvaiz, David" userId="c8d6af77-8848-4e82-9606-f6dc21726af4" providerId="ADAL" clId="{FC245BBC-AE60-4464-A4B4-6E7E064A5B21}" dt="2022-10-17T17:27:26.760" v="181" actId="478"/>
          <ac:picMkLst>
            <pc:docMk/>
            <pc:sldMk cId="3768429158" sldId="274"/>
            <ac:picMk id="7" creationId="{D0A6DA79-0005-8B19-1F1E-F84878767A69}"/>
          </ac:picMkLst>
        </pc:picChg>
        <pc:cxnChg chg="add mod">
          <ac:chgData name="Narvaiz, David" userId="c8d6af77-8848-4e82-9606-f6dc21726af4" providerId="ADAL" clId="{FC245BBC-AE60-4464-A4B4-6E7E064A5B21}" dt="2022-10-17T17:28:08.687" v="193" actId="1035"/>
          <ac:cxnSpMkLst>
            <pc:docMk/>
            <pc:sldMk cId="3768429158" sldId="274"/>
            <ac:cxnSpMk id="9" creationId="{B4EC30FA-4CE2-C414-1C3E-D24681E9E781}"/>
          </ac:cxnSpMkLst>
        </pc:cxnChg>
      </pc:sldChg>
      <pc:sldChg chg="addSp delSp modSp new mod chgLayout modNotesTx">
        <pc:chgData name="Narvaiz, David" userId="c8d6af77-8848-4e82-9606-f6dc21726af4" providerId="ADAL" clId="{FC245BBC-AE60-4464-A4B4-6E7E064A5B21}" dt="2022-10-17T18:36:14.181" v="627"/>
        <pc:sldMkLst>
          <pc:docMk/>
          <pc:sldMk cId="2928338270" sldId="275"/>
        </pc:sldMkLst>
        <pc:spChg chg="del">
          <ac:chgData name="Narvaiz, David" userId="c8d6af77-8848-4e82-9606-f6dc21726af4" providerId="ADAL" clId="{FC245BBC-AE60-4464-A4B4-6E7E064A5B21}" dt="2022-10-17T17:23:16.224" v="172" actId="478"/>
          <ac:spMkLst>
            <pc:docMk/>
            <pc:sldMk cId="2928338270" sldId="275"/>
            <ac:spMk id="2" creationId="{BB6BDE90-2572-F9C8-EDFB-162284B4F3C1}"/>
          </ac:spMkLst>
        </pc:spChg>
        <pc:spChg chg="del">
          <ac:chgData name="Narvaiz, David" userId="c8d6af77-8848-4e82-9606-f6dc21726af4" providerId="ADAL" clId="{FC245BBC-AE60-4464-A4B4-6E7E064A5B21}" dt="2022-10-17T17:23:14.343" v="171"/>
          <ac:spMkLst>
            <pc:docMk/>
            <pc:sldMk cId="2928338270" sldId="275"/>
            <ac:spMk id="3" creationId="{87912565-F40E-3ED2-DAEA-18A4AC437CAB}"/>
          </ac:spMkLst>
        </pc:spChg>
        <pc:spChg chg="add mod ord">
          <ac:chgData name="Narvaiz, David" userId="c8d6af77-8848-4e82-9606-f6dc21726af4" providerId="ADAL" clId="{FC245BBC-AE60-4464-A4B4-6E7E064A5B21}" dt="2022-10-17T18:33:44.389" v="532" actId="20577"/>
          <ac:spMkLst>
            <pc:docMk/>
            <pc:sldMk cId="2928338270" sldId="275"/>
            <ac:spMk id="5" creationId="{91A85234-FCED-D224-5075-BC73A4C84B70}"/>
          </ac:spMkLst>
        </pc:spChg>
        <pc:spChg chg="add mod">
          <ac:chgData name="Narvaiz, David" userId="c8d6af77-8848-4e82-9606-f6dc21726af4" providerId="ADAL" clId="{FC245BBC-AE60-4464-A4B4-6E7E064A5B21}" dt="2022-10-17T18:34:13.831" v="566" actId="1076"/>
          <ac:spMkLst>
            <pc:docMk/>
            <pc:sldMk cId="2928338270" sldId="275"/>
            <ac:spMk id="9" creationId="{F32E17FD-FEEF-FE99-F46F-D54661D3A9B9}"/>
          </ac:spMkLst>
        </pc:spChg>
        <pc:spChg chg="add mod">
          <ac:chgData name="Narvaiz, David" userId="c8d6af77-8848-4e82-9606-f6dc21726af4" providerId="ADAL" clId="{FC245BBC-AE60-4464-A4B4-6E7E064A5B21}" dt="2022-10-17T18:34:32.501" v="584" actId="20577"/>
          <ac:spMkLst>
            <pc:docMk/>
            <pc:sldMk cId="2928338270" sldId="275"/>
            <ac:spMk id="10" creationId="{23AAA283-D42A-C923-BD47-7416F0F86BDD}"/>
          </ac:spMkLst>
        </pc:spChg>
        <pc:spChg chg="add mod">
          <ac:chgData name="Narvaiz, David" userId="c8d6af77-8848-4e82-9606-f6dc21726af4" providerId="ADAL" clId="{FC245BBC-AE60-4464-A4B4-6E7E064A5B21}" dt="2022-10-17T18:34:57.477" v="600" actId="1076"/>
          <ac:spMkLst>
            <pc:docMk/>
            <pc:sldMk cId="2928338270" sldId="275"/>
            <ac:spMk id="11" creationId="{51EF5B98-6615-25DF-4064-8C09DCF00EC3}"/>
          </ac:spMkLst>
        </pc:spChg>
        <pc:spChg chg="add mod">
          <ac:chgData name="Narvaiz, David" userId="c8d6af77-8848-4e82-9606-f6dc21726af4" providerId="ADAL" clId="{FC245BBC-AE60-4464-A4B4-6E7E064A5B21}" dt="2022-10-17T18:35:18.429" v="613" actId="20577"/>
          <ac:spMkLst>
            <pc:docMk/>
            <pc:sldMk cId="2928338270" sldId="275"/>
            <ac:spMk id="12" creationId="{933F93C7-7C25-B138-AFDC-405B0334A30F}"/>
          </ac:spMkLst>
        </pc:spChg>
        <pc:picChg chg="add mod ord">
          <ac:chgData name="Narvaiz, David" userId="c8d6af77-8848-4e82-9606-f6dc21726af4" providerId="ADAL" clId="{FC245BBC-AE60-4464-A4B4-6E7E064A5B21}" dt="2022-10-17T18:33:06.868" v="476" actId="1076"/>
          <ac:picMkLst>
            <pc:docMk/>
            <pc:sldMk cId="2928338270" sldId="275"/>
            <ac:picMk id="4" creationId="{C4327D59-BD14-8A0D-6DF2-D927DC144FA6}"/>
          </ac:picMkLst>
        </pc:picChg>
        <pc:picChg chg="add mod">
          <ac:chgData name="Narvaiz, David" userId="c8d6af77-8848-4e82-9606-f6dc21726af4" providerId="ADAL" clId="{FC245BBC-AE60-4464-A4B4-6E7E064A5B21}" dt="2022-10-17T18:33:12.940" v="478" actId="1076"/>
          <ac:picMkLst>
            <pc:docMk/>
            <pc:sldMk cId="2928338270" sldId="275"/>
            <ac:picMk id="6" creationId="{BD563370-72FB-2715-350B-62D4B0470392}"/>
          </ac:picMkLst>
        </pc:picChg>
        <pc:picChg chg="add mod">
          <ac:chgData name="Narvaiz, David" userId="c8d6af77-8848-4e82-9606-f6dc21726af4" providerId="ADAL" clId="{FC245BBC-AE60-4464-A4B4-6E7E064A5B21}" dt="2022-10-17T18:34:53.829" v="599" actId="1076"/>
          <ac:picMkLst>
            <pc:docMk/>
            <pc:sldMk cId="2928338270" sldId="275"/>
            <ac:picMk id="7" creationId="{D8EFDF59-95A3-8DC2-B571-5F315DD1D21D}"/>
          </ac:picMkLst>
        </pc:picChg>
        <pc:picChg chg="add mod">
          <ac:chgData name="Narvaiz, David" userId="c8d6af77-8848-4e82-9606-f6dc21726af4" providerId="ADAL" clId="{FC245BBC-AE60-4464-A4B4-6E7E064A5B21}" dt="2022-10-17T18:35:24.964" v="614" actId="14100"/>
          <ac:picMkLst>
            <pc:docMk/>
            <pc:sldMk cId="2928338270" sldId="275"/>
            <ac:picMk id="8" creationId="{B3B90E46-B373-49E1-65DE-BCD92B382C5A}"/>
          </ac:picMkLst>
        </pc:picChg>
        <pc:cxnChg chg="add mod">
          <ac:chgData name="Narvaiz, David" userId="c8d6af77-8848-4e82-9606-f6dc21726af4" providerId="ADAL" clId="{FC245BBC-AE60-4464-A4B4-6E7E064A5B21}" dt="2022-10-17T18:35:42.109" v="619" actId="13822"/>
          <ac:cxnSpMkLst>
            <pc:docMk/>
            <pc:sldMk cId="2928338270" sldId="275"/>
            <ac:cxnSpMk id="14" creationId="{8293E3FD-3198-D6A3-A8F7-AAD617836666}"/>
          </ac:cxnSpMkLst>
        </pc:cxnChg>
        <pc:cxnChg chg="add mod">
          <ac:chgData name="Narvaiz, David" userId="c8d6af77-8848-4e82-9606-f6dc21726af4" providerId="ADAL" clId="{FC245BBC-AE60-4464-A4B4-6E7E064A5B21}" dt="2022-10-17T18:35:49.333" v="621" actId="1076"/>
          <ac:cxnSpMkLst>
            <pc:docMk/>
            <pc:sldMk cId="2928338270" sldId="275"/>
            <ac:cxnSpMk id="15" creationId="{06AF19C9-6227-1ED6-3479-82C3E1F18736}"/>
          </ac:cxnSpMkLst>
        </pc:cxnChg>
        <pc:cxnChg chg="add mod">
          <ac:chgData name="Narvaiz, David" userId="c8d6af77-8848-4e82-9606-f6dc21726af4" providerId="ADAL" clId="{FC245BBC-AE60-4464-A4B4-6E7E064A5B21}" dt="2022-10-17T18:35:54.997" v="623" actId="1076"/>
          <ac:cxnSpMkLst>
            <pc:docMk/>
            <pc:sldMk cId="2928338270" sldId="275"/>
            <ac:cxnSpMk id="16" creationId="{39183776-332D-8514-45C5-691686168609}"/>
          </ac:cxnSpMkLst>
        </pc:cxnChg>
      </pc:sldChg>
      <pc:sldChg chg="add del ord modNotesTx">
        <pc:chgData name="Narvaiz, David" userId="c8d6af77-8848-4e82-9606-f6dc21726af4" providerId="ADAL" clId="{FC245BBC-AE60-4464-A4B4-6E7E064A5B21}" dt="2022-10-17T18:26:58.529" v="350" actId="47"/>
        <pc:sldMkLst>
          <pc:docMk/>
          <pc:sldMk cId="2188346234" sldId="276"/>
        </pc:sldMkLst>
      </pc:sldChg>
      <pc:sldChg chg="add del">
        <pc:chgData name="Narvaiz, David" userId="c8d6af77-8848-4e82-9606-f6dc21726af4" providerId="ADAL" clId="{FC245BBC-AE60-4464-A4B4-6E7E064A5B21}" dt="2022-10-17T18:26:52.302" v="349" actId="47"/>
        <pc:sldMkLst>
          <pc:docMk/>
          <pc:sldMk cId="2240638582" sldId="277"/>
        </pc:sldMkLst>
      </pc:sldChg>
      <pc:sldChg chg="addSp delSp modSp new mod">
        <pc:chgData name="Narvaiz, David" userId="c8d6af77-8848-4e82-9606-f6dc21726af4" providerId="ADAL" clId="{FC245BBC-AE60-4464-A4B4-6E7E064A5B21}" dt="2022-10-17T18:26:47.308" v="348" actId="1076"/>
        <pc:sldMkLst>
          <pc:docMk/>
          <pc:sldMk cId="1778329550" sldId="278"/>
        </pc:sldMkLst>
        <pc:spChg chg="del">
          <ac:chgData name="Narvaiz, David" userId="c8d6af77-8848-4e82-9606-f6dc21726af4" providerId="ADAL" clId="{FC245BBC-AE60-4464-A4B4-6E7E064A5B21}" dt="2022-10-17T17:30:23.241" v="196" actId="478"/>
          <ac:spMkLst>
            <pc:docMk/>
            <pc:sldMk cId="1778329550" sldId="278"/>
            <ac:spMk id="2" creationId="{4C9905EE-7D75-765B-EEDA-160B298C0872}"/>
          </ac:spMkLst>
        </pc:spChg>
        <pc:spChg chg="del">
          <ac:chgData name="Narvaiz, David" userId="c8d6af77-8848-4e82-9606-f6dc21726af4" providerId="ADAL" clId="{FC245BBC-AE60-4464-A4B4-6E7E064A5B21}" dt="2022-10-17T17:29:59.107" v="195"/>
          <ac:spMkLst>
            <pc:docMk/>
            <pc:sldMk cId="1778329550" sldId="278"/>
            <ac:spMk id="3" creationId="{886CC952-2891-B723-0227-6CA73CCFFDC2}"/>
          </ac:spMkLst>
        </pc:spChg>
        <pc:spChg chg="add mod">
          <ac:chgData name="Narvaiz, David" userId="c8d6af77-8848-4e82-9606-f6dc21726af4" providerId="ADAL" clId="{FC245BBC-AE60-4464-A4B4-6E7E064A5B21}" dt="2022-10-17T17:48:00.419" v="229" actId="1076"/>
          <ac:spMkLst>
            <pc:docMk/>
            <pc:sldMk cId="1778329550" sldId="278"/>
            <ac:spMk id="8" creationId="{AE01BBCA-1884-3228-1937-C5C650AF1333}"/>
          </ac:spMkLst>
        </pc:spChg>
        <pc:spChg chg="add mod">
          <ac:chgData name="Narvaiz, David" userId="c8d6af77-8848-4e82-9606-f6dc21726af4" providerId="ADAL" clId="{FC245BBC-AE60-4464-A4B4-6E7E064A5B21}" dt="2022-10-17T17:49:34.076" v="275" actId="20577"/>
          <ac:spMkLst>
            <pc:docMk/>
            <pc:sldMk cId="1778329550" sldId="278"/>
            <ac:spMk id="9" creationId="{BAAD3632-D1A5-9D98-EBFA-7CDDC489C3B9}"/>
          </ac:spMkLst>
        </pc:spChg>
        <pc:spChg chg="add mod">
          <ac:chgData name="Narvaiz, David" userId="c8d6af77-8848-4e82-9606-f6dc21726af4" providerId="ADAL" clId="{FC245BBC-AE60-4464-A4B4-6E7E064A5B21}" dt="2022-10-17T17:49:40.309" v="281" actId="20577"/>
          <ac:spMkLst>
            <pc:docMk/>
            <pc:sldMk cId="1778329550" sldId="278"/>
            <ac:spMk id="10" creationId="{82D64CFE-4A70-DE42-8849-525D92B5231E}"/>
          </ac:spMkLst>
        </pc:spChg>
        <pc:picChg chg="add mod">
          <ac:chgData name="Narvaiz, David" userId="c8d6af77-8848-4e82-9606-f6dc21726af4" providerId="ADAL" clId="{FC245BBC-AE60-4464-A4B4-6E7E064A5B21}" dt="2022-10-17T17:30:33.064" v="200" actId="14100"/>
          <ac:picMkLst>
            <pc:docMk/>
            <pc:sldMk cId="1778329550" sldId="278"/>
            <ac:picMk id="4" creationId="{F0D1426A-5778-4EEF-8D6F-4056A9453A62}"/>
          </ac:picMkLst>
        </pc:picChg>
        <pc:picChg chg="add mod">
          <ac:chgData name="Narvaiz, David" userId="c8d6af77-8848-4e82-9606-f6dc21726af4" providerId="ADAL" clId="{FC245BBC-AE60-4464-A4B4-6E7E064A5B21}" dt="2022-10-17T18:26:47.308" v="348" actId="1076"/>
          <ac:picMkLst>
            <pc:docMk/>
            <pc:sldMk cId="1778329550" sldId="278"/>
            <ac:picMk id="11" creationId="{02035642-B725-F806-51E7-E8EF9F4E5F33}"/>
          </ac:picMkLst>
        </pc:picChg>
        <pc:cxnChg chg="add del mod">
          <ac:chgData name="Narvaiz, David" userId="c8d6af77-8848-4e82-9606-f6dc21726af4" providerId="ADAL" clId="{FC245BBC-AE60-4464-A4B4-6E7E064A5B21}" dt="2022-10-17T17:47:32.252" v="217" actId="478"/>
          <ac:cxnSpMkLst>
            <pc:docMk/>
            <pc:sldMk cId="1778329550" sldId="278"/>
            <ac:cxnSpMk id="6" creationId="{B8C7CF8E-5114-ECD5-8568-1652BA597081}"/>
          </ac:cxnSpMkLst>
        </pc:cxnChg>
      </pc:sldChg>
      <pc:sldChg chg="addSp delSp modSp new del mod chgLayout">
        <pc:chgData name="Narvaiz, David" userId="c8d6af77-8848-4e82-9606-f6dc21726af4" providerId="ADAL" clId="{FC245BBC-AE60-4464-A4B4-6E7E064A5B21}" dt="2022-10-17T18:36:03.101" v="624" actId="47"/>
        <pc:sldMkLst>
          <pc:docMk/>
          <pc:sldMk cId="4180411080" sldId="279"/>
        </pc:sldMkLst>
        <pc:spChg chg="del mod">
          <ac:chgData name="Narvaiz, David" userId="c8d6af77-8848-4e82-9606-f6dc21726af4" providerId="ADAL" clId="{FC245BBC-AE60-4464-A4B4-6E7E064A5B21}" dt="2022-10-17T17:46:37.955" v="212" actId="478"/>
          <ac:spMkLst>
            <pc:docMk/>
            <pc:sldMk cId="4180411080" sldId="279"/>
            <ac:spMk id="2" creationId="{803CB53A-1CE9-EB8F-7344-A051C78A5D4E}"/>
          </ac:spMkLst>
        </pc:spChg>
        <pc:spChg chg="del">
          <ac:chgData name="Narvaiz, David" userId="c8d6af77-8848-4e82-9606-f6dc21726af4" providerId="ADAL" clId="{FC245BBC-AE60-4464-A4B4-6E7E064A5B21}" dt="2022-10-17T17:46:35.357" v="210"/>
          <ac:spMkLst>
            <pc:docMk/>
            <pc:sldMk cId="4180411080" sldId="279"/>
            <ac:spMk id="3" creationId="{0D8F99F2-BEED-7165-E08D-AC0AF3307BF4}"/>
          </ac:spMkLst>
        </pc:spChg>
        <pc:spChg chg="add mod ord">
          <ac:chgData name="Narvaiz, David" userId="c8d6af77-8848-4e82-9606-f6dc21726af4" providerId="ADAL" clId="{FC245BBC-AE60-4464-A4B4-6E7E064A5B21}" dt="2022-10-17T18:28:36.941" v="417" actId="122"/>
          <ac:spMkLst>
            <pc:docMk/>
            <pc:sldMk cId="4180411080" sldId="279"/>
            <ac:spMk id="5" creationId="{B783C263-F6BE-B11D-56E1-76AC4DB2A283}"/>
          </ac:spMkLst>
        </pc:spChg>
        <pc:picChg chg="add mod ord">
          <ac:chgData name="Narvaiz, David" userId="c8d6af77-8848-4e82-9606-f6dc21726af4" providerId="ADAL" clId="{FC245BBC-AE60-4464-A4B4-6E7E064A5B21}" dt="2022-10-17T18:29:44.611" v="457" actId="1076"/>
          <ac:picMkLst>
            <pc:docMk/>
            <pc:sldMk cId="4180411080" sldId="279"/>
            <ac:picMk id="4" creationId="{C1025B60-70E7-F9A1-F976-B229274EFABA}"/>
          </ac:picMkLst>
        </pc:picChg>
      </pc:sldChg>
      <pc:sldChg chg="add del ord">
        <pc:chgData name="Narvaiz, David" userId="c8d6af77-8848-4e82-9606-f6dc21726af4" providerId="ADAL" clId="{FC245BBC-AE60-4464-A4B4-6E7E064A5B21}" dt="2022-10-17T18:36:18.715" v="628" actId="47"/>
        <pc:sldMkLst>
          <pc:docMk/>
          <pc:sldMk cId="1134055720" sldId="280"/>
        </pc:sldMkLst>
      </pc:sldChg>
      <pc:sldChg chg="addSp new">
        <pc:chgData name="Narvaiz, David" userId="c8d6af77-8848-4e82-9606-f6dc21726af4" providerId="ADAL" clId="{FC245BBC-AE60-4464-A4B4-6E7E064A5B21}" dt="2022-10-17T17:57:41.986" v="286"/>
        <pc:sldMkLst>
          <pc:docMk/>
          <pc:sldMk cId="318519127" sldId="281"/>
        </pc:sldMkLst>
        <pc:picChg chg="add">
          <ac:chgData name="Narvaiz, David" userId="c8d6af77-8848-4e82-9606-f6dc21726af4" providerId="ADAL" clId="{FC245BBC-AE60-4464-A4B4-6E7E064A5B21}" dt="2022-10-17T17:57:41.986" v="286"/>
          <ac:picMkLst>
            <pc:docMk/>
            <pc:sldMk cId="318519127" sldId="281"/>
            <ac:picMk id="2" creationId="{A1845965-641E-14C6-F4CC-7CFAE5220A29}"/>
          </ac:picMkLst>
        </pc:picChg>
      </pc:sldChg>
      <pc:sldChg chg="addSp modSp add mod">
        <pc:chgData name="Narvaiz, David" userId="c8d6af77-8848-4e82-9606-f6dc21726af4" providerId="ADAL" clId="{FC245BBC-AE60-4464-A4B4-6E7E064A5B21}" dt="2022-10-17T18:06:27.108" v="307" actId="1582"/>
        <pc:sldMkLst>
          <pc:docMk/>
          <pc:sldMk cId="586029751" sldId="282"/>
        </pc:sldMkLst>
        <pc:spChg chg="add mod">
          <ac:chgData name="Narvaiz, David" userId="c8d6af77-8848-4e82-9606-f6dc21726af4" providerId="ADAL" clId="{FC245BBC-AE60-4464-A4B4-6E7E064A5B21}" dt="2022-10-17T18:06:27.108" v="307" actId="1582"/>
          <ac:spMkLst>
            <pc:docMk/>
            <pc:sldMk cId="586029751" sldId="282"/>
            <ac:spMk id="3" creationId="{201526B7-C205-10DD-27FC-416B57B5AD0F}"/>
          </ac:spMkLst>
        </pc:spChg>
        <pc:spChg chg="add mod">
          <ac:chgData name="Narvaiz, David" userId="c8d6af77-8848-4e82-9606-f6dc21726af4" providerId="ADAL" clId="{FC245BBC-AE60-4464-A4B4-6E7E064A5B21}" dt="2022-10-17T18:06:27.108" v="307" actId="1582"/>
          <ac:spMkLst>
            <pc:docMk/>
            <pc:sldMk cId="586029751" sldId="282"/>
            <ac:spMk id="4" creationId="{CE0872AA-F0A7-7509-B0B1-CF3F8670F8C4}"/>
          </ac:spMkLst>
        </pc:spChg>
        <pc:spChg chg="add mod">
          <ac:chgData name="Narvaiz, David" userId="c8d6af77-8848-4e82-9606-f6dc21726af4" providerId="ADAL" clId="{FC245BBC-AE60-4464-A4B4-6E7E064A5B21}" dt="2022-10-17T18:06:27.108" v="307" actId="1582"/>
          <ac:spMkLst>
            <pc:docMk/>
            <pc:sldMk cId="586029751" sldId="282"/>
            <ac:spMk id="5" creationId="{BA7F255F-528A-F19E-1D6F-9D9D3DDB4341}"/>
          </ac:spMkLst>
        </pc:spChg>
        <pc:spChg chg="add mod">
          <ac:chgData name="Narvaiz, David" userId="c8d6af77-8848-4e82-9606-f6dc21726af4" providerId="ADAL" clId="{FC245BBC-AE60-4464-A4B4-6E7E064A5B21}" dt="2022-10-17T18:06:04.779" v="306" actId="1582"/>
          <ac:spMkLst>
            <pc:docMk/>
            <pc:sldMk cId="586029751" sldId="282"/>
            <ac:spMk id="6" creationId="{9BEA9810-F0BA-1166-54B7-E4F594CF69B8}"/>
          </ac:spMkLst>
        </pc:spChg>
        <pc:picChg chg="ord">
          <ac:chgData name="Narvaiz, David" userId="c8d6af77-8848-4e82-9606-f6dc21726af4" providerId="ADAL" clId="{FC245BBC-AE60-4464-A4B4-6E7E064A5B21}" dt="2022-10-17T17:58:05.937" v="291" actId="167"/>
          <ac:picMkLst>
            <pc:docMk/>
            <pc:sldMk cId="586029751" sldId="282"/>
            <ac:picMk id="2" creationId="{A1845965-641E-14C6-F4CC-7CFAE5220A29}"/>
          </ac:picMkLst>
        </pc:picChg>
      </pc:sldChg>
      <pc:sldChg chg="addSp delSp modSp new del mod ord chgLayout">
        <pc:chgData name="Narvaiz, David" userId="c8d6af77-8848-4e82-9606-f6dc21726af4" providerId="ADAL" clId="{FC245BBC-AE60-4464-A4B4-6E7E064A5B21}" dt="2022-10-17T18:36:05.617" v="625" actId="47"/>
        <pc:sldMkLst>
          <pc:docMk/>
          <pc:sldMk cId="3906677477" sldId="283"/>
        </pc:sldMkLst>
        <pc:spChg chg="del">
          <ac:chgData name="Narvaiz, David" userId="c8d6af77-8848-4e82-9606-f6dc21726af4" providerId="ADAL" clId="{FC245BBC-AE60-4464-A4B4-6E7E064A5B21}" dt="2022-10-17T18:13:02.521" v="334" actId="478"/>
          <ac:spMkLst>
            <pc:docMk/>
            <pc:sldMk cId="3906677477" sldId="283"/>
            <ac:spMk id="2" creationId="{A998A5E2-9E62-CD0D-7FE1-6F1E6FA3C997}"/>
          </ac:spMkLst>
        </pc:spChg>
        <pc:spChg chg="del">
          <ac:chgData name="Narvaiz, David" userId="c8d6af77-8848-4e82-9606-f6dc21726af4" providerId="ADAL" clId="{FC245BBC-AE60-4464-A4B4-6E7E064A5B21}" dt="2022-10-17T18:13:00.133" v="333"/>
          <ac:spMkLst>
            <pc:docMk/>
            <pc:sldMk cId="3906677477" sldId="283"/>
            <ac:spMk id="3" creationId="{8B775C04-D7EA-EBC0-E092-DEE06AB89815}"/>
          </ac:spMkLst>
        </pc:spChg>
        <pc:spChg chg="add mod ord">
          <ac:chgData name="Narvaiz, David" userId="c8d6af77-8848-4e82-9606-f6dc21726af4" providerId="ADAL" clId="{FC245BBC-AE60-4464-A4B4-6E7E064A5B21}" dt="2022-10-17T18:29:27.380" v="452" actId="122"/>
          <ac:spMkLst>
            <pc:docMk/>
            <pc:sldMk cId="3906677477" sldId="283"/>
            <ac:spMk id="5" creationId="{BA39A6F2-BA36-0641-1CD9-3EDE1632BCB4}"/>
          </ac:spMkLst>
        </pc:spChg>
        <pc:picChg chg="add mod ord">
          <ac:chgData name="Narvaiz, David" userId="c8d6af77-8848-4e82-9606-f6dc21726af4" providerId="ADAL" clId="{FC245BBC-AE60-4464-A4B4-6E7E064A5B21}" dt="2022-10-17T18:29:33.515" v="455" actId="1076"/>
          <ac:picMkLst>
            <pc:docMk/>
            <pc:sldMk cId="3906677477" sldId="283"/>
            <ac:picMk id="4" creationId="{C89D6AD8-D924-6699-6DBC-2EDEC39A8D9C}"/>
          </ac:picMkLst>
        </pc:picChg>
      </pc:sldChg>
      <pc:sldChg chg="add modNotesTx">
        <pc:chgData name="Narvaiz, David" userId="c8d6af77-8848-4e82-9606-f6dc21726af4" providerId="ADAL" clId="{FC245BBC-AE60-4464-A4B4-6E7E064A5B21}" dt="2022-10-17T18:36:12.448" v="626" actId="20577"/>
        <pc:sldMkLst>
          <pc:docMk/>
          <pc:sldMk cId="3114396474" sldId="284"/>
        </pc:sldMkLst>
      </pc:sldChg>
      <pc:sldChg chg="add del ord">
        <pc:chgData name="Narvaiz, David" userId="c8d6af77-8848-4e82-9606-f6dc21726af4" providerId="ADAL" clId="{FC245BBC-AE60-4464-A4B4-6E7E064A5B21}" dt="2022-10-17T18:36:19.871" v="629" actId="47"/>
        <pc:sldMkLst>
          <pc:docMk/>
          <pc:sldMk cId="1215431668" sldId="285"/>
        </pc:sldMkLst>
      </pc:sldChg>
      <pc:sldChg chg="new del">
        <pc:chgData name="Narvaiz, David" userId="c8d6af77-8848-4e82-9606-f6dc21726af4" providerId="ADAL" clId="{FC245BBC-AE60-4464-A4B4-6E7E064A5B21}" dt="2022-10-17T19:11:47.927" v="969" actId="47"/>
        <pc:sldMkLst>
          <pc:docMk/>
          <pc:sldMk cId="2414879310" sldId="285"/>
        </pc:sldMkLst>
      </pc:sldChg>
      <pc:sldChg chg="addSp delSp modSp add mod">
        <pc:chgData name="Narvaiz, David" userId="c8d6af77-8848-4e82-9606-f6dc21726af4" providerId="ADAL" clId="{FC245BBC-AE60-4464-A4B4-6E7E064A5B21}" dt="2022-10-17T19:15:46.333" v="992" actId="1076"/>
        <pc:sldMkLst>
          <pc:docMk/>
          <pc:sldMk cId="2169832462" sldId="286"/>
        </pc:sldMkLst>
        <pc:spChg chg="add mod">
          <ac:chgData name="Narvaiz, David" userId="c8d6af77-8848-4e82-9606-f6dc21726af4" providerId="ADAL" clId="{FC245BBC-AE60-4464-A4B4-6E7E064A5B21}" dt="2022-10-17T19:14:31.623" v="973" actId="1582"/>
          <ac:spMkLst>
            <pc:docMk/>
            <pc:sldMk cId="2169832462" sldId="286"/>
            <ac:spMk id="4" creationId="{FE4D43E8-040C-549C-6093-2B515ACDCCEF}"/>
          </ac:spMkLst>
        </pc:spChg>
        <pc:spChg chg="del">
          <ac:chgData name="Narvaiz, David" userId="c8d6af77-8848-4e82-9606-f6dc21726af4" providerId="ADAL" clId="{FC245BBC-AE60-4464-A4B4-6E7E064A5B21}" dt="2022-10-17T19:15:36.981" v="989" actId="478"/>
          <ac:spMkLst>
            <pc:docMk/>
            <pc:sldMk cId="2169832462" sldId="286"/>
            <ac:spMk id="7" creationId="{F031A16D-1AB3-484C-B304-ECEFC441BD00}"/>
          </ac:spMkLst>
        </pc:spChg>
        <pc:spChg chg="del">
          <ac:chgData name="Narvaiz, David" userId="c8d6af77-8848-4e82-9606-f6dc21726af4" providerId="ADAL" clId="{FC245BBC-AE60-4464-A4B4-6E7E064A5B21}" dt="2022-10-17T19:15:21.596" v="987" actId="478"/>
          <ac:spMkLst>
            <pc:docMk/>
            <pc:sldMk cId="2169832462" sldId="286"/>
            <ac:spMk id="8" creationId="{23D92C19-94AE-4250-88DB-03DDCB804D7F}"/>
          </ac:spMkLst>
        </pc:spChg>
        <pc:spChg chg="del">
          <ac:chgData name="Narvaiz, David" userId="c8d6af77-8848-4e82-9606-f6dc21726af4" providerId="ADAL" clId="{FC245BBC-AE60-4464-A4B4-6E7E064A5B21}" dt="2022-10-17T19:15:34.805" v="988" actId="478"/>
          <ac:spMkLst>
            <pc:docMk/>
            <pc:sldMk cId="2169832462" sldId="286"/>
            <ac:spMk id="10" creationId="{994B77FF-BBC8-44A7-A31D-FE47AF58F908}"/>
          </ac:spMkLst>
        </pc:spChg>
        <pc:spChg chg="del">
          <ac:chgData name="Narvaiz, David" userId="c8d6af77-8848-4e82-9606-f6dc21726af4" providerId="ADAL" clId="{FC245BBC-AE60-4464-A4B4-6E7E064A5B21}" dt="2022-10-17T19:15:17.844" v="986" actId="478"/>
          <ac:spMkLst>
            <pc:docMk/>
            <pc:sldMk cId="2169832462" sldId="286"/>
            <ac:spMk id="11" creationId="{7868B66F-6549-4933-8D4B-126DA4A8600C}"/>
          </ac:spMkLst>
        </pc:spChg>
        <pc:spChg chg="add del">
          <ac:chgData name="Narvaiz, David" userId="c8d6af77-8848-4e82-9606-f6dc21726af4" providerId="ADAL" clId="{FC245BBC-AE60-4464-A4B4-6E7E064A5B21}" dt="2022-10-17T19:14:50.340" v="975" actId="478"/>
          <ac:spMkLst>
            <pc:docMk/>
            <pc:sldMk cId="2169832462" sldId="286"/>
            <ac:spMk id="12" creationId="{8F51AD91-90E2-526E-428F-32069ADD66FF}"/>
          </ac:spMkLst>
        </pc:spChg>
        <pc:spChg chg="add mod">
          <ac:chgData name="Narvaiz, David" userId="c8d6af77-8848-4e82-9606-f6dc21726af4" providerId="ADAL" clId="{FC245BBC-AE60-4464-A4B4-6E7E064A5B21}" dt="2022-10-17T19:14:54.989" v="977" actId="1076"/>
          <ac:spMkLst>
            <pc:docMk/>
            <pc:sldMk cId="2169832462" sldId="286"/>
            <ac:spMk id="13" creationId="{DC463842-B810-5A10-88A2-A335E0674DE1}"/>
          </ac:spMkLst>
        </pc:spChg>
        <pc:spChg chg="add mod">
          <ac:chgData name="Narvaiz, David" userId="c8d6af77-8848-4e82-9606-f6dc21726af4" providerId="ADAL" clId="{FC245BBC-AE60-4464-A4B4-6E7E064A5B21}" dt="2022-10-17T19:14:58.404" v="979" actId="1076"/>
          <ac:spMkLst>
            <pc:docMk/>
            <pc:sldMk cId="2169832462" sldId="286"/>
            <ac:spMk id="14" creationId="{FA2436DF-F451-D9ED-88EE-BCA8E9496564}"/>
          </ac:spMkLst>
        </pc:spChg>
        <pc:spChg chg="add mod">
          <ac:chgData name="Narvaiz, David" userId="c8d6af77-8848-4e82-9606-f6dc21726af4" providerId="ADAL" clId="{FC245BBC-AE60-4464-A4B4-6E7E064A5B21}" dt="2022-10-17T19:15:04.140" v="981" actId="1076"/>
          <ac:spMkLst>
            <pc:docMk/>
            <pc:sldMk cId="2169832462" sldId="286"/>
            <ac:spMk id="15" creationId="{57ACAA57-26D3-006C-1FB8-D88A880DB097}"/>
          </ac:spMkLst>
        </pc:spChg>
        <pc:spChg chg="add mod">
          <ac:chgData name="Narvaiz, David" userId="c8d6af77-8848-4e82-9606-f6dc21726af4" providerId="ADAL" clId="{FC245BBC-AE60-4464-A4B4-6E7E064A5B21}" dt="2022-10-17T19:15:08.781" v="983" actId="1076"/>
          <ac:spMkLst>
            <pc:docMk/>
            <pc:sldMk cId="2169832462" sldId="286"/>
            <ac:spMk id="16" creationId="{90939A79-09D0-D04B-772C-566AC836F482}"/>
          </ac:spMkLst>
        </pc:spChg>
        <pc:spChg chg="add mod">
          <ac:chgData name="Narvaiz, David" userId="c8d6af77-8848-4e82-9606-f6dc21726af4" providerId="ADAL" clId="{FC245BBC-AE60-4464-A4B4-6E7E064A5B21}" dt="2022-10-17T19:15:42.820" v="990" actId="1076"/>
          <ac:spMkLst>
            <pc:docMk/>
            <pc:sldMk cId="2169832462" sldId="286"/>
            <ac:spMk id="17" creationId="{C9C7CA50-4087-7C65-0B92-3B0531CF8CB3}"/>
          </ac:spMkLst>
        </pc:spChg>
        <pc:spChg chg="add mod">
          <ac:chgData name="Narvaiz, David" userId="c8d6af77-8848-4e82-9606-f6dc21726af4" providerId="ADAL" clId="{FC245BBC-AE60-4464-A4B4-6E7E064A5B21}" dt="2022-10-17T19:15:46.333" v="992" actId="1076"/>
          <ac:spMkLst>
            <pc:docMk/>
            <pc:sldMk cId="2169832462" sldId="286"/>
            <ac:spMk id="18" creationId="{AEC757F7-6200-4F59-DF69-43DD3A425D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F66BA-2CEA-461E-90A4-CD8969F024DE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18625-7A0D-49B7-AE99-CEDEA8888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4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While your sympathetic nervous system carries signals that put your body's systems on alert, your parasympathetic carries signals that relax those systems.</a:t>
            </a:r>
          </a:p>
          <a:p>
            <a:r>
              <a:rPr lang="en-US" b="1" dirty="0"/>
              <a:t>Baroreceptors detect changes in blood pressure and are found in the aortic and carotid bodies.</a:t>
            </a:r>
            <a:r>
              <a:rPr lang="en-US" dirty="0"/>
              <a:t> </a:t>
            </a:r>
            <a:r>
              <a:rPr lang="en-US" b="1" dirty="0"/>
              <a:t>Chemoreceptors detect the concentration of oxygen in the blood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80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6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https://www.ncbi.nlm.nih.gov/books/NBK555891/#:~:text=Corticobulbar%20tract%20carries%20upper%20motor,the%20muscles%20of%20facial%20expression.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56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10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76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https://www.ncbi.nlm.nih.gov/books/NBK554542/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38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57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30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https://www.ncbi.nlm.nih.gov/books/NBK554542/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159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42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69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4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https://www.ncbi.nlm.nih.gov/books/NBK554542/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14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66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71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79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https://www.ncbi.nlm.nih.gov/books/NBK554542/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36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44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28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https://www.ncbi.nlm.nih.gov/books/NBK554542/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8625-7A0D-49B7-AE99-CEDEA88886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47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1167" y="207263"/>
            <a:ext cx="9656064" cy="735787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734" y="1000026"/>
            <a:ext cx="8222742" cy="3316224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6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0363" y="4385587"/>
            <a:ext cx="7233485" cy="1573254"/>
          </a:xfrm>
        </p:spPr>
        <p:txBody>
          <a:bodyPr>
            <a:normAutofit/>
          </a:bodyPr>
          <a:lstStyle>
            <a:lvl1pPr marL="0" indent="0" algn="ctr">
              <a:spcBef>
                <a:spcPts val="1100"/>
              </a:spcBef>
              <a:buNone/>
              <a:defRPr sz="1980">
                <a:solidFill>
                  <a:srgbClr val="FFFFFF"/>
                </a:solidFill>
              </a:defRPr>
            </a:lvl1pPr>
            <a:lvl2pPr marL="377190" indent="0" algn="ctr">
              <a:buNone/>
              <a:defRPr sz="1980"/>
            </a:lvl2pPr>
            <a:lvl3pPr marL="754380" indent="0" algn="ctr">
              <a:buNone/>
              <a:defRPr sz="1980"/>
            </a:lvl3pPr>
            <a:lvl4pPr marL="1131570" indent="0" algn="ctr">
              <a:buNone/>
              <a:defRPr sz="1650"/>
            </a:lvl4pPr>
            <a:lvl5pPr marL="1508760" indent="0" algn="ctr">
              <a:buNone/>
              <a:defRPr sz="1650"/>
            </a:lvl5pPr>
            <a:lvl6pPr marL="1885950" indent="0" algn="ctr">
              <a:buNone/>
              <a:defRPr sz="1650"/>
            </a:lvl6pPr>
            <a:lvl7pPr marL="2263140" indent="0" algn="ctr">
              <a:buNone/>
              <a:defRPr sz="1650"/>
            </a:lvl7pPr>
            <a:lvl8pPr marL="2640330" indent="0" algn="ctr">
              <a:buNone/>
              <a:defRPr sz="1650"/>
            </a:lvl8pPr>
            <a:lvl9pPr marL="3017520" indent="0" algn="ctr">
              <a:buNone/>
              <a:defRPr sz="16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632395" y="4231640"/>
            <a:ext cx="67894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946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1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69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00" y="1330052"/>
            <a:ext cx="8222742" cy="3316224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691" y="4708456"/>
            <a:ext cx="7234504" cy="1545647"/>
          </a:xfrm>
        </p:spPr>
        <p:txBody>
          <a:bodyPr anchor="t">
            <a:normAutofit/>
          </a:bodyPr>
          <a:lstStyle>
            <a:lvl1pPr marL="0" indent="0" algn="ctr">
              <a:buNone/>
              <a:defRPr sz="1980">
                <a:solidFill>
                  <a:schemeClr val="accent1"/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634491" y="4556462"/>
            <a:ext cx="67894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23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331719"/>
            <a:ext cx="3922776" cy="4559808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0780" y="2331720"/>
            <a:ext cx="3922776" cy="4559808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8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268379"/>
            <a:ext cx="3922776" cy="8808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3084347"/>
            <a:ext cx="3922776" cy="3834384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2068" y="2265570"/>
            <a:ext cx="3922776" cy="8808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72068" y="3081898"/>
            <a:ext cx="3922776" cy="3834384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2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4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50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1243584"/>
            <a:ext cx="3118104" cy="196900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2245" y="1243584"/>
            <a:ext cx="4564602" cy="528523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975" y="3212592"/>
            <a:ext cx="3118104" cy="33162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80"/>
              </a:spcBef>
              <a:buNone/>
              <a:defRPr sz="1403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2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1243584"/>
            <a:ext cx="3118104" cy="196900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21018" y="1212494"/>
            <a:ext cx="4683473" cy="5264507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31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975" y="3212592"/>
            <a:ext cx="3118104" cy="326440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80"/>
              </a:spcBef>
              <a:buNone/>
              <a:defRPr sz="1403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4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5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63600"/>
            <a:ext cx="1917383" cy="61315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863600"/>
            <a:ext cx="6129338" cy="61315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4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1168" y="207264"/>
            <a:ext cx="9656064" cy="735787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690880"/>
            <a:ext cx="8147304" cy="153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7" y="2331720"/>
            <a:ext cx="8145118" cy="4577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2" y="7053674"/>
            <a:ext cx="1921487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</a:defRPr>
            </a:lvl1pPr>
          </a:lstStyle>
          <a:p>
            <a:fld id="{A18483AB-EEED-4A55-AD02-3E8608FBEA80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8048" y="7053674"/>
            <a:ext cx="3892164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6864" y="7053674"/>
            <a:ext cx="1407629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fld id="{42DD8C7A-BCB6-445E-8D4D-570C40D17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0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8595" indent="-150876" algn="l" defTabSz="754380" rtl="0" eaLnBrk="1" latinLnBrk="0" hangingPunct="1">
        <a:lnSpc>
          <a:spcPct val="90000"/>
        </a:lnSpc>
        <a:spcBef>
          <a:spcPts val="11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77190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98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03504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76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29818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12132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1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3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8894" y="4607083"/>
            <a:ext cx="7859395" cy="0"/>
          </a:xfrm>
          <a:custGeom>
            <a:avLst/>
            <a:gdLst/>
            <a:ahLst/>
            <a:cxnLst/>
            <a:rect l="l" t="t" r="r" b="b"/>
            <a:pathLst>
              <a:path w="7859395">
                <a:moveTo>
                  <a:pt x="0" y="0"/>
                </a:moveTo>
                <a:lnTo>
                  <a:pt x="7859267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1122" y="3513733"/>
            <a:ext cx="574992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400" b="0" spc="-20" dirty="0">
                <a:solidFill>
                  <a:srgbClr val="262626"/>
                </a:solidFill>
                <a:latin typeface="Calibri Light"/>
                <a:cs typeface="Calibri Light"/>
              </a:rPr>
              <a:t>Medulla</a:t>
            </a:r>
            <a:r>
              <a:rPr sz="6400" b="0" spc="-275" dirty="0">
                <a:solidFill>
                  <a:srgbClr val="262626"/>
                </a:solidFill>
                <a:latin typeface="Calibri Light"/>
                <a:cs typeface="Calibri Light"/>
              </a:rPr>
              <a:t> </a:t>
            </a:r>
            <a:r>
              <a:rPr sz="6400" b="0" dirty="0">
                <a:solidFill>
                  <a:srgbClr val="262626"/>
                </a:solidFill>
                <a:latin typeface="Calibri Light"/>
                <a:cs typeface="Calibri Light"/>
              </a:rPr>
              <a:t>and</a:t>
            </a:r>
            <a:r>
              <a:rPr sz="6400" b="0" spc="-254" dirty="0">
                <a:solidFill>
                  <a:srgbClr val="262626"/>
                </a:solidFill>
                <a:latin typeface="Calibri Light"/>
                <a:cs typeface="Calibri Light"/>
              </a:rPr>
              <a:t> </a:t>
            </a:r>
            <a:r>
              <a:rPr sz="6400" b="0" spc="-60" dirty="0">
                <a:solidFill>
                  <a:srgbClr val="262626"/>
                </a:solidFill>
                <a:latin typeface="Calibri Light"/>
                <a:cs typeface="Calibri Light"/>
              </a:rPr>
              <a:t>Pons</a:t>
            </a:r>
            <a:endParaRPr sz="64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328" y="4686022"/>
            <a:ext cx="160845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0" spc="110" dirty="0">
                <a:solidFill>
                  <a:srgbClr val="637052"/>
                </a:solidFill>
                <a:latin typeface="Calibri Light"/>
                <a:cs typeface="Calibri Light"/>
              </a:rPr>
              <a:t>NSC</a:t>
            </a:r>
            <a:r>
              <a:rPr sz="1900" b="0" spc="305" dirty="0">
                <a:solidFill>
                  <a:srgbClr val="637052"/>
                </a:solidFill>
                <a:latin typeface="Calibri Light"/>
                <a:cs typeface="Calibri Light"/>
              </a:rPr>
              <a:t> </a:t>
            </a:r>
            <a:r>
              <a:rPr sz="1900" b="0" spc="120" dirty="0">
                <a:solidFill>
                  <a:srgbClr val="637052"/>
                </a:solidFill>
                <a:latin typeface="Calibri Light"/>
                <a:cs typeface="Calibri Light"/>
              </a:rPr>
              <a:t>4130</a:t>
            </a:r>
            <a:r>
              <a:rPr sz="1900" b="0" spc="310" dirty="0">
                <a:solidFill>
                  <a:srgbClr val="637052"/>
                </a:solidFill>
                <a:latin typeface="Calibri Light"/>
                <a:cs typeface="Calibri Light"/>
              </a:rPr>
              <a:t> </a:t>
            </a:r>
            <a:r>
              <a:rPr sz="1900" b="0" spc="80" dirty="0">
                <a:solidFill>
                  <a:srgbClr val="637052"/>
                </a:solidFill>
                <a:latin typeface="Calibri Light"/>
                <a:cs typeface="Calibri Light"/>
              </a:rPr>
              <a:t>LAB</a:t>
            </a:r>
            <a:endParaRPr sz="1900" dirty="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5365" y="1289894"/>
            <a:ext cx="3026209" cy="2537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6799E-823B-6BE1-6811-D6EE40564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9" b="95313" l="5758" r="94754">
                        <a14:foregroundMark x1="20026" y1="89565" x2="26743" y2="86663"/>
                        <a14:foregroundMark x1="26743" y1="86663" x2="34293" y2="86942"/>
                        <a14:foregroundMark x1="34293" y1="86942" x2="42930" y2="86217"/>
                        <a14:foregroundMark x1="42930" y1="86217" x2="40755" y2="92801"/>
                        <a14:foregroundMark x1="40755" y1="92801" x2="33525" y2="94141"/>
                        <a14:foregroundMark x1="33525" y1="94141" x2="25464" y2="93527"/>
                        <a14:foregroundMark x1="25464" y1="93527" x2="19898" y2="89509"/>
                        <a14:foregroundMark x1="19898" y1="89509" x2="19898" y2="89509"/>
                        <a14:foregroundMark x1="46129" y1="87388" x2="46193" y2="87333"/>
                        <a14:foregroundMark x1="54127" y1="93304" x2="69546" y2="92801"/>
                        <a14:foregroundMark x1="69546" y1="92801" x2="62764" y2="95759"/>
                        <a14:foregroundMark x1="62764" y1="95759" x2="54958" y2="95424"/>
                        <a14:foregroundMark x1="54958" y1="95424" x2="53871" y2="93192"/>
                        <a14:foregroundMark x1="45873" y1="88225" x2="46129" y2="88449"/>
                        <a14:foregroundMark x1="90372" y1="33990" x2="81958" y2="64621"/>
                        <a14:foregroundMark x1="81958" y1="64621" x2="88868" y2="76786"/>
                        <a14:foregroundMark x1="88868" y1="76786" x2="96226" y2="64687"/>
                        <a14:foregroundMark x1="27860" y1="6241" x2="23289" y2="10993"/>
                        <a14:foregroundMark x1="23289" y1="10993" x2="49008" y2="15290"/>
                        <a14:foregroundMark x1="49008" y1="15290" x2="78055" y2="13728"/>
                        <a14:foregroundMark x1="78055" y1="13728" x2="74472" y2="7980"/>
                        <a14:foregroundMark x1="74472" y1="7980" x2="67179" y2="3962"/>
                        <a14:foregroundMark x1="67179" y1="3962" x2="62496" y2="3361"/>
                        <a14:foregroundMark x1="42014" y1="1470" x2="27426" y2="5986"/>
                        <a14:foregroundMark x1="10621" y1="29855" x2="1727" y2="50446"/>
                        <a14:foregroundMark x1="1727" y1="50446" x2="2879" y2="66295"/>
                        <a14:foregroundMark x1="2879" y1="66295" x2="5758" y2="74107"/>
                        <a14:foregroundMark x1="5758" y1="74107" x2="13628" y2="66183"/>
                        <a14:foregroundMark x1="13628" y1="66183" x2="15739" y2="33426"/>
                        <a14:foregroundMark x1="15739" y1="33426" x2="10493" y2="29632"/>
                        <a14:backgroundMark x1="26232" y1="5915" x2="41587" y2="2288"/>
                        <a14:backgroundMark x1="41587" y1="2288" x2="52271" y2="2176"/>
                        <a14:backgroundMark x1="52271" y1="2176" x2="70825" y2="2846"/>
                        <a14:backgroundMark x1="70825" y1="2846" x2="34869" y2="167"/>
                        <a14:backgroundMark x1="34869" y1="167" x2="28215" y2="3739"/>
                        <a14:backgroundMark x1="28215" y1="3739" x2="26232" y2="5748"/>
                        <a14:backgroundMark x1="90595" y1="32031" x2="96993" y2="45089"/>
                        <a14:backgroundMark x1="96993" y1="45089" x2="98017" y2="33817"/>
                        <a14:backgroundMark x1="98017" y1="33817" x2="90979" y2="31696"/>
                        <a14:backgroundMark x1="90979" y1="31696" x2="90915" y2="31696"/>
                        <a14:backgroundMark x1="96865" y1="44587" x2="97697" y2="57757"/>
                        <a14:backgroundMark x1="97697" y1="57757" x2="96609" y2="64732"/>
                        <a14:backgroundMark x1="96609" y1="64732" x2="98337" y2="44810"/>
                        <a14:backgroundMark x1="98337" y1="44810" x2="96865" y2="445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6400" y="43446"/>
            <a:ext cx="6705599" cy="768550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D14291-40C6-6F80-E6F1-3B76B76505FE}"/>
              </a:ext>
            </a:extLst>
          </p:cNvPr>
          <p:cNvCxnSpPr>
            <a:cxnSpLocks/>
          </p:cNvCxnSpPr>
          <p:nvPr/>
        </p:nvCxnSpPr>
        <p:spPr>
          <a:xfrm>
            <a:off x="1676400" y="4419600"/>
            <a:ext cx="33528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5D1372-2DC1-F5FA-0953-B3575BECAC40}"/>
              </a:ext>
            </a:extLst>
          </p:cNvPr>
          <p:cNvCxnSpPr>
            <a:cxnSpLocks/>
          </p:cNvCxnSpPr>
          <p:nvPr/>
        </p:nvCxnSpPr>
        <p:spPr>
          <a:xfrm>
            <a:off x="1752600" y="5334000"/>
            <a:ext cx="33528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C8AFAB-1582-F0E5-37F7-89E39D3D9E36}"/>
              </a:ext>
            </a:extLst>
          </p:cNvPr>
          <p:cNvSpPr txBox="1"/>
          <p:nvPr/>
        </p:nvSpPr>
        <p:spPr>
          <a:xfrm>
            <a:off x="585745" y="4096434"/>
            <a:ext cx="1081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Pons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EB0B5-049C-393A-4EEF-CEE7D8CB9EEC}"/>
              </a:ext>
            </a:extLst>
          </p:cNvPr>
          <p:cNvSpPr txBox="1"/>
          <p:nvPr/>
        </p:nvSpPr>
        <p:spPr>
          <a:xfrm>
            <a:off x="27448" y="5010834"/>
            <a:ext cx="1725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Medulla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72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914400"/>
            <a:ext cx="6096000" cy="5943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360" y="1643470"/>
            <a:ext cx="36493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Medulla</a:t>
            </a:r>
            <a:r>
              <a:rPr spc="-180" dirty="0"/>
              <a:t> </a:t>
            </a:r>
            <a:r>
              <a:rPr spc="-35" dirty="0"/>
              <a:t>Structures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3385" y="2775585"/>
            <a:ext cx="8883015" cy="37014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Hypoglossal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nucleus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cranial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nerve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nucleus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38900"/>
              </a:lnSpc>
              <a:spcBef>
                <a:spcPts val="25"/>
              </a:spcBef>
            </a:pP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Solitary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tract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sz="18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stretch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chemoreceptors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cardiovascular, respiratory,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intestinal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tracts 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Trigeminal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nerve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sz="18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cranial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nerve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endParaRPr sz="1800" dirty="0">
              <a:latin typeface="Calibri"/>
              <a:cs typeface="Calibri"/>
            </a:endParaRPr>
          </a:p>
          <a:p>
            <a:pPr marL="739775">
              <a:lnSpc>
                <a:spcPct val="100000"/>
              </a:lnSpc>
              <a:spcBef>
                <a:spcPts val="925"/>
              </a:spcBef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Face</a:t>
            </a:r>
            <a:r>
              <a:rPr sz="15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sensations</a:t>
            </a:r>
            <a:endParaRPr sz="1500" dirty="0">
              <a:latin typeface="Calibri"/>
              <a:cs typeface="Calibri"/>
            </a:endParaRPr>
          </a:p>
          <a:p>
            <a:pPr marL="739775">
              <a:lnSpc>
                <a:spcPct val="100000"/>
              </a:lnSpc>
              <a:spcBef>
                <a:spcPts val="910"/>
              </a:spcBef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Biting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chewing</a:t>
            </a:r>
            <a:r>
              <a:rPr sz="15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functions</a:t>
            </a:r>
            <a:endParaRPr sz="1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Olivary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Nucleus</a:t>
            </a:r>
            <a:endParaRPr sz="1800" dirty="0">
              <a:latin typeface="Calibri"/>
              <a:cs typeface="Calibri"/>
            </a:endParaRPr>
          </a:p>
          <a:p>
            <a:pPr marL="739775">
              <a:lnSpc>
                <a:spcPct val="100000"/>
              </a:lnSpc>
              <a:spcBef>
                <a:spcPts val="950"/>
              </a:spcBef>
            </a:pP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Coordinates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signals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spinal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cord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cerebellum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regulate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coordination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learning</a:t>
            </a:r>
            <a:endParaRPr sz="1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Pyramidal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tract</a:t>
            </a:r>
            <a:endParaRPr sz="1800" dirty="0">
              <a:latin typeface="Calibri"/>
              <a:cs typeface="Calibri"/>
            </a:endParaRPr>
          </a:p>
          <a:p>
            <a:pPr marL="739775">
              <a:lnSpc>
                <a:spcPct val="100000"/>
              </a:lnSpc>
              <a:spcBef>
                <a:spcPts val="925"/>
              </a:spcBef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Upper</a:t>
            </a:r>
            <a:r>
              <a:rPr sz="15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neurons</a:t>
            </a:r>
            <a:r>
              <a:rPr sz="15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15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originate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cerebral</a:t>
            </a:r>
            <a:r>
              <a:rPr sz="15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cortex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terminate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spinal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cord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brainstem</a:t>
            </a:r>
            <a:endParaRPr sz="1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Nucleus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Ambiguous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sz="18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cranial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nerves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IX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(speech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swallowing)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Medulla</a:t>
            </a:r>
            <a:r>
              <a:rPr spc="-180" dirty="0"/>
              <a:t> </a:t>
            </a:r>
            <a:r>
              <a:rPr spc="-25" dirty="0"/>
              <a:t>Function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81000" y="2461768"/>
            <a:ext cx="3834201" cy="2762734"/>
            <a:chOff x="685872" y="2571262"/>
            <a:chExt cx="3376929" cy="24123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72" y="2571262"/>
              <a:ext cx="3173835" cy="24056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69794" y="4486909"/>
              <a:ext cx="1686560" cy="490220"/>
            </a:xfrm>
            <a:custGeom>
              <a:avLst/>
              <a:gdLst/>
              <a:ahLst/>
              <a:cxnLst/>
              <a:rect l="l" t="t" r="r" b="b"/>
              <a:pathLst>
                <a:path w="1686560" h="490220">
                  <a:moveTo>
                    <a:pt x="1686166" y="61506"/>
                  </a:moveTo>
                  <a:lnTo>
                    <a:pt x="1624990" y="61506"/>
                  </a:lnTo>
                  <a:lnTo>
                    <a:pt x="1624990" y="428752"/>
                  </a:lnTo>
                  <a:lnTo>
                    <a:pt x="1686166" y="428752"/>
                  </a:lnTo>
                  <a:lnTo>
                    <a:pt x="1686166" y="61506"/>
                  </a:lnTo>
                  <a:close/>
                </a:path>
                <a:path w="1686560" h="490220">
                  <a:moveTo>
                    <a:pt x="1686166" y="0"/>
                  </a:moveTo>
                  <a:lnTo>
                    <a:pt x="0" y="0"/>
                  </a:lnTo>
                  <a:lnTo>
                    <a:pt x="0" y="60960"/>
                  </a:lnTo>
                  <a:lnTo>
                    <a:pt x="0" y="429260"/>
                  </a:lnTo>
                  <a:lnTo>
                    <a:pt x="0" y="490220"/>
                  </a:lnTo>
                  <a:lnTo>
                    <a:pt x="1686166" y="490220"/>
                  </a:lnTo>
                  <a:lnTo>
                    <a:pt x="1686166" y="429260"/>
                  </a:lnTo>
                  <a:lnTo>
                    <a:pt x="61175" y="429260"/>
                  </a:lnTo>
                  <a:lnTo>
                    <a:pt x="61175" y="60960"/>
                  </a:lnTo>
                  <a:lnTo>
                    <a:pt x="1686166" y="60960"/>
                  </a:lnTo>
                  <a:lnTo>
                    <a:pt x="1686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69804" y="4487208"/>
              <a:ext cx="1686560" cy="490220"/>
            </a:xfrm>
            <a:custGeom>
              <a:avLst/>
              <a:gdLst/>
              <a:ahLst/>
              <a:cxnLst/>
              <a:rect l="l" t="t" r="r" b="b"/>
              <a:pathLst>
                <a:path w="1686560" h="490220">
                  <a:moveTo>
                    <a:pt x="0" y="0"/>
                  </a:moveTo>
                  <a:lnTo>
                    <a:pt x="1686157" y="0"/>
                  </a:lnTo>
                  <a:lnTo>
                    <a:pt x="1686157" y="489659"/>
                  </a:lnTo>
                  <a:lnTo>
                    <a:pt x="0" y="489659"/>
                  </a:lnTo>
                  <a:lnTo>
                    <a:pt x="0" y="0"/>
                  </a:lnTo>
                  <a:close/>
                </a:path>
                <a:path w="1686560" h="490220">
                  <a:moveTo>
                    <a:pt x="61171" y="61206"/>
                  </a:moveTo>
                  <a:lnTo>
                    <a:pt x="61171" y="428452"/>
                  </a:lnTo>
                  <a:lnTo>
                    <a:pt x="1624986" y="428452"/>
                  </a:lnTo>
                  <a:lnTo>
                    <a:pt x="1624986" y="61206"/>
                  </a:lnTo>
                  <a:lnTo>
                    <a:pt x="61171" y="61206"/>
                  </a:lnTo>
                  <a:close/>
                </a:path>
              </a:pathLst>
            </a:custGeom>
            <a:ln w="12637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136887" y="2809674"/>
            <a:ext cx="4846955" cy="0"/>
          </a:xfrm>
          <a:custGeom>
            <a:avLst/>
            <a:gdLst/>
            <a:ahLst/>
            <a:cxnLst/>
            <a:rect l="l" t="t" r="r" b="b"/>
            <a:pathLst>
              <a:path w="4846955">
                <a:moveTo>
                  <a:pt x="0" y="0"/>
                </a:moveTo>
                <a:lnTo>
                  <a:pt x="4846440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19600" y="2870791"/>
            <a:ext cx="4896485" cy="246541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Autonomic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 Control</a:t>
            </a:r>
            <a:endParaRPr sz="1900" dirty="0">
              <a:latin typeface="Calibri"/>
              <a:cs typeface="Calibri"/>
            </a:endParaRPr>
          </a:p>
          <a:p>
            <a:pPr marL="318135" indent="-146050">
              <a:lnSpc>
                <a:spcPct val="100000"/>
              </a:lnSpc>
              <a:spcBef>
                <a:spcPts val="110"/>
              </a:spcBef>
              <a:buClr>
                <a:srgbClr val="E48312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Cardiac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sympathetic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parasympathetic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functioning</a:t>
            </a:r>
            <a:endParaRPr sz="1600" dirty="0">
              <a:latin typeface="Calibri"/>
              <a:cs typeface="Calibri"/>
            </a:endParaRPr>
          </a:p>
          <a:p>
            <a:pPr marL="318135" indent="-146050">
              <a:lnSpc>
                <a:spcPct val="100000"/>
              </a:lnSpc>
              <a:spcBef>
                <a:spcPts val="190"/>
              </a:spcBef>
              <a:buClr>
                <a:srgbClr val="E48312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Respiratory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–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chemoreceptors</a:t>
            </a:r>
            <a:r>
              <a:rPr lang="en-US" sz="1600" spc="-10" dirty="0">
                <a:solidFill>
                  <a:srgbClr val="404040"/>
                </a:solidFill>
                <a:latin typeface="Calibri"/>
                <a:cs typeface="Calibri"/>
              </a:rPr>
              <a:t>: </a:t>
            </a:r>
            <a:r>
              <a:rPr lang="en-US" sz="1600" dirty="0"/>
              <a:t>detect variation of the oxygen concentration in blood</a:t>
            </a:r>
            <a:endParaRPr sz="1600" dirty="0">
              <a:latin typeface="Calibri"/>
              <a:cs typeface="Calibri"/>
            </a:endParaRPr>
          </a:p>
          <a:p>
            <a:pPr marL="318135" indent="-146050">
              <a:lnSpc>
                <a:spcPct val="100000"/>
              </a:lnSpc>
              <a:spcBef>
                <a:spcPts val="290"/>
              </a:spcBef>
              <a:buClr>
                <a:srgbClr val="E48312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Reflexes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lang="en-US"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vomiting,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coughing,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sneezing,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swallowing</a:t>
            </a:r>
            <a:endParaRPr sz="1600" dirty="0">
              <a:latin typeface="Calibri"/>
              <a:cs typeface="Calibri"/>
            </a:endParaRPr>
          </a:p>
          <a:p>
            <a:pPr marL="318135" indent="-146050">
              <a:lnSpc>
                <a:spcPct val="100000"/>
              </a:lnSpc>
              <a:spcBef>
                <a:spcPts val="265"/>
              </a:spcBef>
              <a:buClr>
                <a:srgbClr val="E48312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Vasomotor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baroreceptors</a:t>
            </a:r>
            <a:r>
              <a:rPr lang="en-US" sz="1600" spc="-10" dirty="0">
                <a:solidFill>
                  <a:srgbClr val="404040"/>
                </a:solidFill>
                <a:latin typeface="Calibri"/>
                <a:cs typeface="Calibri"/>
              </a:rPr>
              <a:t>: detect changes in blood pressure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Decussation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sensory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fibers</a:t>
            </a:r>
            <a:endParaRPr sz="1900" dirty="0">
              <a:latin typeface="Calibri"/>
              <a:cs typeface="Calibri"/>
            </a:endParaRPr>
          </a:p>
          <a:p>
            <a:pPr marL="318135" indent="-146050">
              <a:lnSpc>
                <a:spcPct val="100000"/>
              </a:lnSpc>
              <a:spcBef>
                <a:spcPts val="105"/>
              </a:spcBef>
              <a:buClr>
                <a:srgbClr val="E48312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Obex</a:t>
            </a: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167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BA6A8-FC39-4E25-8911-B63EFA88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12" y="914400"/>
            <a:ext cx="9412175" cy="621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970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BA6A8-FC39-4E25-8911-B63EFA88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12" y="914400"/>
            <a:ext cx="9412175" cy="621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60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2825" y="1760282"/>
            <a:ext cx="3244096" cy="5714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30" spc="-20" dirty="0"/>
              <a:t>Pons</a:t>
            </a:r>
            <a:r>
              <a:rPr sz="3630" spc="-165" dirty="0"/>
              <a:t> </a:t>
            </a:r>
            <a:r>
              <a:rPr sz="3630" spc="-25" dirty="0"/>
              <a:t>Function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sz="half" idx="2"/>
          </p:nvPr>
        </p:nvSpPr>
        <p:spPr>
          <a:xfrm>
            <a:off x="692824" y="2331720"/>
            <a:ext cx="3879175" cy="3374001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11125" indent="-99060">
              <a:lnSpc>
                <a:spcPct val="100000"/>
              </a:lnSpc>
              <a:spcBef>
                <a:spcPts val="330"/>
              </a:spcBef>
              <a:buClr>
                <a:srgbClr val="E48312"/>
              </a:buClr>
              <a:buSzPct val="95454"/>
              <a:buFont typeface="Arial"/>
              <a:buChar char="•"/>
              <a:tabLst>
                <a:tab pos="111760" algn="l"/>
              </a:tabLst>
            </a:pPr>
            <a:r>
              <a:rPr lang="en-US" sz="1900" dirty="0"/>
              <a:t>Autonomic</a:t>
            </a:r>
            <a:r>
              <a:rPr lang="en-US" sz="1900" spc="80" dirty="0"/>
              <a:t> </a:t>
            </a:r>
            <a:r>
              <a:rPr lang="en-US" sz="1900" dirty="0"/>
              <a:t>nerve</a:t>
            </a:r>
            <a:r>
              <a:rPr lang="en-US" sz="1900" spc="70" dirty="0"/>
              <a:t> </a:t>
            </a:r>
            <a:r>
              <a:rPr lang="en-US" sz="1900" spc="-10" dirty="0"/>
              <a:t>pathways</a:t>
            </a:r>
          </a:p>
          <a:p>
            <a:pPr marL="111125" indent="-99060">
              <a:lnSpc>
                <a:spcPct val="100000"/>
              </a:lnSpc>
              <a:spcBef>
                <a:spcPts val="330"/>
              </a:spcBef>
              <a:buClr>
                <a:srgbClr val="E48312"/>
              </a:buClr>
              <a:buSzPct val="95454"/>
              <a:buFont typeface="Arial"/>
              <a:buChar char="•"/>
              <a:tabLst>
                <a:tab pos="111760" algn="l"/>
              </a:tabLst>
            </a:pPr>
            <a:r>
              <a:rPr lang="en-US" sz="1900" spc="-20" dirty="0">
                <a:solidFill>
                  <a:srgbClr val="404040"/>
                </a:solidFill>
                <a:latin typeface="Calibri"/>
                <a:cs typeface="Calibri"/>
              </a:rPr>
              <a:t>Integration</a:t>
            </a:r>
            <a:r>
              <a:rPr lang="en-US" sz="19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lang="en-US"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9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endParaRPr lang="en-US" sz="1900" dirty="0">
              <a:latin typeface="Calibri"/>
              <a:cs typeface="Calibri"/>
            </a:endParaRPr>
          </a:p>
          <a:p>
            <a:pPr marL="111125" indent="-99060">
              <a:lnSpc>
                <a:spcPct val="100000"/>
              </a:lnSpc>
              <a:spcBef>
                <a:spcPts val="330"/>
              </a:spcBef>
              <a:buClr>
                <a:srgbClr val="E48312"/>
              </a:buClr>
              <a:buSzPct val="95454"/>
              <a:buFont typeface="Arial"/>
              <a:buChar char="•"/>
              <a:tabLst>
                <a:tab pos="111760" algn="l"/>
              </a:tabLst>
            </a:pPr>
            <a:r>
              <a:rPr lang="en-US" sz="1900" spc="-10" dirty="0">
                <a:solidFill>
                  <a:srgbClr val="404040"/>
                </a:solidFill>
                <a:latin typeface="Calibri"/>
                <a:cs typeface="Calibri"/>
              </a:rPr>
              <a:t>Exerts</a:t>
            </a:r>
            <a:r>
              <a:rPr lang="en-US"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lang="en-US"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900" spc="-10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r>
              <a:rPr lang="en-US"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900" spc="-20" dirty="0">
                <a:solidFill>
                  <a:srgbClr val="404040"/>
                </a:solidFill>
                <a:latin typeface="Calibri"/>
                <a:cs typeface="Calibri"/>
              </a:rPr>
              <a:t>over:</a:t>
            </a:r>
            <a:endParaRPr lang="en-US" sz="1900" spc="-20" dirty="0">
              <a:latin typeface="Calibri"/>
              <a:cs typeface="Calibri"/>
            </a:endParaRPr>
          </a:p>
          <a:p>
            <a:pPr marL="488315" lvl="1" indent="-99060">
              <a:lnSpc>
                <a:spcPct val="100000"/>
              </a:lnSpc>
              <a:spcBef>
                <a:spcPts val="330"/>
              </a:spcBef>
              <a:buClr>
                <a:srgbClr val="E48312"/>
              </a:buClr>
              <a:buSzPct val="95454"/>
              <a:buFont typeface="Arial"/>
              <a:buChar char="•"/>
              <a:tabLst>
                <a:tab pos="111760" algn="l"/>
              </a:tabLst>
            </a:pP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Regulation</a:t>
            </a:r>
            <a:r>
              <a:rPr lang="en-US" sz="1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lang="en-US"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404040"/>
                </a:solidFill>
                <a:latin typeface="Calibri"/>
                <a:cs typeface="Calibri"/>
              </a:rPr>
              <a:t>respiration</a:t>
            </a:r>
            <a:endParaRPr lang="en-US" sz="1600" spc="-10" dirty="0">
              <a:latin typeface="Calibri"/>
              <a:cs typeface="Calibri"/>
            </a:endParaRPr>
          </a:p>
          <a:p>
            <a:pPr marL="488315" lvl="1" indent="-99060">
              <a:lnSpc>
                <a:spcPct val="100000"/>
              </a:lnSpc>
              <a:spcBef>
                <a:spcPts val="330"/>
              </a:spcBef>
              <a:buClr>
                <a:srgbClr val="E48312"/>
              </a:buClr>
              <a:buSzPct val="95454"/>
              <a:buFont typeface="Arial"/>
              <a:buChar char="•"/>
              <a:tabLst>
                <a:tab pos="111760" algn="l"/>
              </a:tabLst>
            </a:pP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involuntary</a:t>
            </a:r>
            <a:r>
              <a:rPr lang="en-US"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404040"/>
                </a:solidFill>
                <a:latin typeface="Calibri"/>
                <a:cs typeface="Calibri"/>
              </a:rPr>
              <a:t>actions</a:t>
            </a:r>
          </a:p>
          <a:p>
            <a:pPr marL="488315" lvl="1" indent="-99060">
              <a:lnSpc>
                <a:spcPct val="100000"/>
              </a:lnSpc>
              <a:spcBef>
                <a:spcPts val="330"/>
              </a:spcBef>
              <a:buClr>
                <a:srgbClr val="E48312"/>
              </a:buClr>
              <a:buSzPct val="95454"/>
              <a:buFont typeface="Arial"/>
              <a:buChar char="•"/>
              <a:tabLst>
                <a:tab pos="111760" algn="l"/>
              </a:tabLst>
            </a:pPr>
            <a:r>
              <a:rPr lang="en-US" sz="1600" u="sng" dirty="0">
                <a:solidFill>
                  <a:srgbClr val="404040"/>
                </a:solidFill>
                <a:latin typeface="Calibri"/>
                <a:cs typeface="Calibri"/>
              </a:rPr>
              <a:t>Sensory</a:t>
            </a:r>
            <a:r>
              <a:rPr lang="en-US" sz="1600" u="sng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u="sng" dirty="0">
                <a:solidFill>
                  <a:srgbClr val="404040"/>
                </a:solidFill>
                <a:latin typeface="Calibri"/>
                <a:cs typeface="Calibri"/>
              </a:rPr>
              <a:t>roles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lang="en-US" sz="1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hearing,</a:t>
            </a:r>
            <a:r>
              <a:rPr lang="en-US" sz="1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equilibrium,</a:t>
            </a:r>
            <a:r>
              <a:rPr lang="en-US" sz="1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taste,</a:t>
            </a:r>
            <a:r>
              <a:rPr lang="en-US" sz="1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lang="en-US" sz="16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lang="en-US" sz="16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404040"/>
                </a:solidFill>
                <a:latin typeface="Calibri"/>
                <a:cs typeface="Calibri"/>
              </a:rPr>
              <a:t>facial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sensations</a:t>
            </a:r>
            <a:r>
              <a:rPr lang="en-US" sz="16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such</a:t>
            </a:r>
            <a:r>
              <a:rPr lang="en-US" sz="1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lang="en-US" sz="1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touch</a:t>
            </a:r>
            <a:r>
              <a:rPr lang="en-US" sz="1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lang="en-US" sz="1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spc="-20" dirty="0">
                <a:solidFill>
                  <a:srgbClr val="404040"/>
                </a:solidFill>
                <a:latin typeface="Calibri"/>
                <a:cs typeface="Calibri"/>
              </a:rPr>
              <a:t>pain</a:t>
            </a:r>
            <a:endParaRPr lang="en-US" sz="1600" spc="-20" dirty="0">
              <a:latin typeface="Calibri"/>
              <a:cs typeface="Calibri"/>
            </a:endParaRPr>
          </a:p>
          <a:p>
            <a:pPr marL="488315" lvl="1" indent="-99060">
              <a:lnSpc>
                <a:spcPct val="100000"/>
              </a:lnSpc>
              <a:spcBef>
                <a:spcPts val="330"/>
              </a:spcBef>
              <a:buClr>
                <a:srgbClr val="E48312"/>
              </a:buClr>
              <a:buSzPct val="95454"/>
              <a:buFont typeface="Arial"/>
              <a:buChar char="•"/>
              <a:tabLst>
                <a:tab pos="111760" algn="l"/>
              </a:tabLst>
            </a:pPr>
            <a:r>
              <a:rPr lang="en-US" sz="1600" u="sng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lang="en-US" sz="1600" u="sng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u="sng" dirty="0">
                <a:solidFill>
                  <a:srgbClr val="404040"/>
                </a:solidFill>
                <a:latin typeface="Calibri"/>
                <a:cs typeface="Calibri"/>
              </a:rPr>
              <a:t>roles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lang="en-US" sz="16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eye</a:t>
            </a:r>
            <a:r>
              <a:rPr lang="en-US" sz="1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movement,</a:t>
            </a:r>
            <a:r>
              <a:rPr lang="en-US" sz="16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facial</a:t>
            </a:r>
            <a:r>
              <a:rPr lang="en-US"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expressions,</a:t>
            </a:r>
            <a:r>
              <a:rPr lang="en-US" sz="16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404040"/>
                </a:solidFill>
                <a:latin typeface="Calibri"/>
                <a:cs typeface="Calibri"/>
              </a:rPr>
              <a:t>chewing,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swallowing,</a:t>
            </a:r>
            <a:r>
              <a:rPr lang="en-US" sz="16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lang="en-US" sz="1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lang="en-US" sz="1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secretion</a:t>
            </a:r>
            <a:r>
              <a:rPr lang="en-US" sz="1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lang="en-US" sz="16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saliva</a:t>
            </a:r>
            <a:r>
              <a:rPr lang="en-US" sz="1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lang="en-US" sz="1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404040"/>
                </a:solidFill>
                <a:latin typeface="Calibri"/>
                <a:cs typeface="Calibri"/>
              </a:rPr>
              <a:t>tears</a:t>
            </a:r>
            <a:endParaRPr lang="en-US" sz="1600" dirty="0">
              <a:latin typeface="Calibri"/>
              <a:cs typeface="Calibri"/>
            </a:endParaRPr>
          </a:p>
          <a:p>
            <a:pPr marL="111125" indent="-99060">
              <a:lnSpc>
                <a:spcPct val="100000"/>
              </a:lnSpc>
              <a:spcBef>
                <a:spcPts val="330"/>
              </a:spcBef>
              <a:buClr>
                <a:srgbClr val="E48312"/>
              </a:buClr>
              <a:buSzPct val="95454"/>
              <a:buFont typeface="Arial"/>
              <a:buChar char="•"/>
              <a:tabLst>
                <a:tab pos="111760" algn="l"/>
              </a:tabLst>
            </a:pP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29200" y="2438400"/>
            <a:ext cx="3810000" cy="2895600"/>
            <a:chOff x="685872" y="2571262"/>
            <a:chExt cx="3288029" cy="2406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72" y="2571262"/>
              <a:ext cx="3173835" cy="24056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76945" y="4202429"/>
              <a:ext cx="1890395" cy="426720"/>
            </a:xfrm>
            <a:custGeom>
              <a:avLst/>
              <a:gdLst/>
              <a:ahLst/>
              <a:cxnLst/>
              <a:rect l="l" t="t" r="r" b="b"/>
              <a:pathLst>
                <a:path w="1890395" h="426720">
                  <a:moveTo>
                    <a:pt x="1890268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0" y="373380"/>
                  </a:lnTo>
                  <a:lnTo>
                    <a:pt x="0" y="426720"/>
                  </a:lnTo>
                  <a:lnTo>
                    <a:pt x="1890268" y="426720"/>
                  </a:lnTo>
                  <a:lnTo>
                    <a:pt x="1890268" y="373583"/>
                  </a:lnTo>
                  <a:lnTo>
                    <a:pt x="1890268" y="373380"/>
                  </a:lnTo>
                  <a:lnTo>
                    <a:pt x="1890268" y="53911"/>
                  </a:lnTo>
                  <a:lnTo>
                    <a:pt x="1837016" y="53911"/>
                  </a:lnTo>
                  <a:lnTo>
                    <a:pt x="1837016" y="373380"/>
                  </a:lnTo>
                  <a:lnTo>
                    <a:pt x="53238" y="373380"/>
                  </a:lnTo>
                  <a:lnTo>
                    <a:pt x="53238" y="53340"/>
                  </a:lnTo>
                  <a:lnTo>
                    <a:pt x="1890268" y="53340"/>
                  </a:lnTo>
                  <a:lnTo>
                    <a:pt x="1890268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76945" y="4203058"/>
              <a:ext cx="1890395" cy="426720"/>
            </a:xfrm>
            <a:custGeom>
              <a:avLst/>
              <a:gdLst/>
              <a:ahLst/>
              <a:cxnLst/>
              <a:rect l="l" t="t" r="r" b="b"/>
              <a:pathLst>
                <a:path w="1890395" h="426720">
                  <a:moveTo>
                    <a:pt x="0" y="0"/>
                  </a:moveTo>
                  <a:lnTo>
                    <a:pt x="1890271" y="0"/>
                  </a:lnTo>
                  <a:lnTo>
                    <a:pt x="1890271" y="426223"/>
                  </a:lnTo>
                  <a:lnTo>
                    <a:pt x="0" y="426223"/>
                  </a:lnTo>
                  <a:lnTo>
                    <a:pt x="0" y="0"/>
                  </a:lnTo>
                  <a:close/>
                </a:path>
                <a:path w="1890395" h="426720">
                  <a:moveTo>
                    <a:pt x="53247" y="53278"/>
                  </a:moveTo>
                  <a:lnTo>
                    <a:pt x="53247" y="372945"/>
                  </a:lnTo>
                  <a:lnTo>
                    <a:pt x="1837023" y="372945"/>
                  </a:lnTo>
                  <a:lnTo>
                    <a:pt x="1837023" y="53278"/>
                  </a:lnTo>
                  <a:lnTo>
                    <a:pt x="53247" y="53278"/>
                  </a:lnTo>
                  <a:close/>
                </a:path>
              </a:pathLst>
            </a:custGeom>
            <a:ln w="12637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1122" y="1872070"/>
            <a:ext cx="299656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Pons</a:t>
            </a:r>
            <a:r>
              <a:rPr spc="-165" dirty="0"/>
              <a:t> </a:t>
            </a:r>
            <a:r>
              <a:rPr spc="-35" dirty="0"/>
              <a:t>Structures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0489" y="3046730"/>
            <a:ext cx="3867785" cy="167893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51130" indent="-139065">
              <a:lnSpc>
                <a:spcPct val="100000"/>
              </a:lnSpc>
              <a:spcBef>
                <a:spcPts val="225"/>
              </a:spcBef>
              <a:buClr>
                <a:srgbClr val="E48312"/>
              </a:buClr>
              <a:buFont typeface="Arial"/>
              <a:buChar char="•"/>
              <a:tabLst>
                <a:tab pos="15176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2 major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divisions:</a:t>
            </a:r>
            <a:endParaRPr sz="19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10"/>
              </a:spcBef>
              <a:buClr>
                <a:srgbClr val="E48312"/>
              </a:buClr>
              <a:buFont typeface="Arial"/>
              <a:buChar char="•"/>
              <a:tabLst>
                <a:tab pos="318770" algn="l"/>
              </a:tabLst>
            </a:pP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Basilar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part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pons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(ventral</a:t>
            </a:r>
            <a:r>
              <a:rPr sz="1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pons)</a:t>
            </a:r>
            <a:endParaRPr sz="1600" dirty="0">
              <a:latin typeface="Calibri"/>
              <a:cs typeface="Calibri"/>
            </a:endParaRPr>
          </a:p>
          <a:p>
            <a:pPr marL="318135" lvl="1" indent="-146050">
              <a:lnSpc>
                <a:spcPct val="100000"/>
              </a:lnSpc>
              <a:spcBef>
                <a:spcPts val="190"/>
              </a:spcBef>
              <a:buClr>
                <a:srgbClr val="E48312"/>
              </a:buClr>
              <a:buFont typeface="Arial"/>
              <a:buChar char="•"/>
              <a:tabLst>
                <a:tab pos="31877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Pontine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tegmentum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(dorsal</a:t>
            </a:r>
            <a:r>
              <a:rPr sz="1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pons)</a:t>
            </a:r>
            <a:endParaRPr sz="1600" dirty="0">
              <a:latin typeface="Calibri"/>
              <a:cs typeface="Calibri"/>
            </a:endParaRPr>
          </a:p>
          <a:p>
            <a:pPr marL="151130" indent="-139065">
              <a:lnSpc>
                <a:spcPct val="100000"/>
              </a:lnSpc>
              <a:spcBef>
                <a:spcPts val="1070"/>
              </a:spcBef>
              <a:buClr>
                <a:srgbClr val="E48312"/>
              </a:buClr>
              <a:buFont typeface="Arial"/>
              <a:buChar char="•"/>
              <a:tabLst>
                <a:tab pos="15176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Lemniscus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19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secondary</a:t>
            </a:r>
            <a:r>
              <a:rPr sz="19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sensory</a:t>
            </a:r>
            <a:r>
              <a:rPr sz="19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fiber</a:t>
            </a:r>
            <a:endParaRPr sz="1900" dirty="0">
              <a:latin typeface="Calibri"/>
              <a:cs typeface="Calibri"/>
            </a:endParaRPr>
          </a:p>
          <a:p>
            <a:pPr marL="151130" indent="-13906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"/>
              <a:buChar char="•"/>
              <a:tabLst>
                <a:tab pos="15176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Fasciculus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= nerve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bundles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99102-DE52-0090-779B-AE53588C2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609600"/>
            <a:ext cx="9439275" cy="644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5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D1426A-5778-4EEF-8D6F-4056A9453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371600"/>
            <a:ext cx="8686800" cy="4886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01BBCA-1884-3228-1937-C5C650AF1333}"/>
              </a:ext>
            </a:extLst>
          </p:cNvPr>
          <p:cNvSpPr txBox="1"/>
          <p:nvPr/>
        </p:nvSpPr>
        <p:spPr>
          <a:xfrm>
            <a:off x="5334000" y="4876800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Medulla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D3632-D1A5-9D98-EBFA-7CDDC489C3B9}"/>
              </a:ext>
            </a:extLst>
          </p:cNvPr>
          <p:cNvSpPr txBox="1"/>
          <p:nvPr/>
        </p:nvSpPr>
        <p:spPr>
          <a:xfrm>
            <a:off x="5334000" y="2892623"/>
            <a:ext cx="851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Midbrain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D64CFE-4A70-DE42-8849-525D92B5231E}"/>
              </a:ext>
            </a:extLst>
          </p:cNvPr>
          <p:cNvSpPr txBox="1"/>
          <p:nvPr/>
        </p:nvSpPr>
        <p:spPr>
          <a:xfrm>
            <a:off x="5333999" y="3903761"/>
            <a:ext cx="533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Pons</a:t>
            </a:r>
          </a:p>
        </p:txBody>
      </p:sp>
    </p:spTree>
    <p:extLst>
      <p:ext uri="{BB962C8B-B14F-4D97-AF65-F5344CB8AC3E}">
        <p14:creationId xmlns:p14="http://schemas.microsoft.com/office/powerpoint/2010/main" val="1778329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D1426A-5778-4EEF-8D6F-4056A9453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371600"/>
            <a:ext cx="8686800" cy="4886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01BBCA-1884-3228-1937-C5C650AF1333}"/>
              </a:ext>
            </a:extLst>
          </p:cNvPr>
          <p:cNvSpPr txBox="1"/>
          <p:nvPr/>
        </p:nvSpPr>
        <p:spPr>
          <a:xfrm>
            <a:off x="5334000" y="4876800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Medulla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D3632-D1A5-9D98-EBFA-7CDDC489C3B9}"/>
              </a:ext>
            </a:extLst>
          </p:cNvPr>
          <p:cNvSpPr txBox="1"/>
          <p:nvPr/>
        </p:nvSpPr>
        <p:spPr>
          <a:xfrm>
            <a:off x="5334000" y="2892623"/>
            <a:ext cx="851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Midbrain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D64CFE-4A70-DE42-8849-525D92B5231E}"/>
              </a:ext>
            </a:extLst>
          </p:cNvPr>
          <p:cNvSpPr txBox="1"/>
          <p:nvPr/>
        </p:nvSpPr>
        <p:spPr>
          <a:xfrm>
            <a:off x="5333999" y="3903761"/>
            <a:ext cx="533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Pons</a:t>
            </a:r>
          </a:p>
        </p:txBody>
      </p:sp>
    </p:spTree>
    <p:extLst>
      <p:ext uri="{BB962C8B-B14F-4D97-AF65-F5344CB8AC3E}">
        <p14:creationId xmlns:p14="http://schemas.microsoft.com/office/powerpoint/2010/main" val="2237749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690" y="276352"/>
            <a:ext cx="9672828" cy="722833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690" y="276352"/>
            <a:ext cx="9672828" cy="722833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2394" y="4231640"/>
            <a:ext cx="67894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C684499-6F30-4C6A-8094-E2E3E91B3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AECED4-26C2-4E8F-A340-2402369DC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595" y="279806"/>
            <a:ext cx="9672828" cy="7228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0C906-3763-B5EE-2D11-8EAAF097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760" y="978479"/>
            <a:ext cx="5492417" cy="58096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5000"/>
              </a:lnSpc>
            </a:pPr>
            <a:r>
              <a:rPr lang="en-US" sz="5000" b="1" cap="all" dirty="0">
                <a:solidFill>
                  <a:schemeClr val="tx1"/>
                </a:solidFill>
              </a:rPr>
              <a:t>Pyramidal Tracts : Corticospinal and Corticobulbar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213D27-7A25-46D8-B1BD-E470E49C6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568025" y="2328802"/>
            <a:ext cx="0" cy="31089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981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1135879"/>
            <a:ext cx="24555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620822"/>
              </p:ext>
            </p:extLst>
          </p:nvPr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915400" y="32004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A3BDA3-6841-AFD4-421A-1D5D02240D94}"/>
              </a:ext>
            </a:extLst>
          </p:cNvPr>
          <p:cNvCxnSpPr/>
          <p:nvPr/>
        </p:nvCxnSpPr>
        <p:spPr>
          <a:xfrm flipH="1">
            <a:off x="8915400" y="38862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396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2671-F599-246F-9AD5-9404056B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F7A66-5D64-0502-18D5-C7B28BC5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575EB-AB15-CB27-487A-543416115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29920"/>
            <a:ext cx="9397330" cy="64516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84F10-BAEC-C990-9AB7-FAE6FDB10821}"/>
              </a:ext>
            </a:extLst>
          </p:cNvPr>
          <p:cNvCxnSpPr/>
          <p:nvPr/>
        </p:nvCxnSpPr>
        <p:spPr>
          <a:xfrm flipH="1">
            <a:off x="8745195" y="26670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427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879162-44CD-D238-4582-5ECC75E6F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3104" r="13104"/>
          <a:stretch/>
        </p:blipFill>
        <p:spPr>
          <a:xfrm>
            <a:off x="381000" y="387890"/>
            <a:ext cx="9287584" cy="707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96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1135879"/>
            <a:ext cx="24555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915400" y="32004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AB57E7-B42B-0F28-A432-C5A565086A6B}"/>
              </a:ext>
            </a:extLst>
          </p:cNvPr>
          <p:cNvCxnSpPr/>
          <p:nvPr/>
        </p:nvCxnSpPr>
        <p:spPr>
          <a:xfrm flipH="1">
            <a:off x="8868029" y="38862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105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690" y="276352"/>
            <a:ext cx="9672828" cy="722833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690" y="276352"/>
            <a:ext cx="9672828" cy="722833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2394" y="4231640"/>
            <a:ext cx="67894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1F6FA6-833E-4D1F-940A-F1B20F46B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239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0C906-3763-B5EE-2D11-8EAAF097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549" y="906424"/>
            <a:ext cx="5428065" cy="5959553"/>
          </a:xfrm>
          <a:noFill/>
          <a:ln w="12700" cmpd="sng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85000"/>
              </a:lnSpc>
            </a:pPr>
            <a:r>
              <a:rPr lang="en-US" b="1" cap="all" dirty="0">
                <a:solidFill>
                  <a:schemeClr val="tx1"/>
                </a:solidFill>
              </a:rPr>
              <a:t>Extra Pyramidal Tracts :reticulospinal, vestibulospinal, rubrospinal and tectospinal/ </a:t>
            </a:r>
            <a:r>
              <a:rPr lang="en-US" b="1" cap="all" dirty="0" err="1">
                <a:solidFill>
                  <a:schemeClr val="tx1"/>
                </a:solidFill>
              </a:rPr>
              <a:t>Colliculospinal</a:t>
            </a:r>
            <a:r>
              <a:rPr lang="en-US" b="1" cap="all" dirty="0">
                <a:solidFill>
                  <a:schemeClr val="tx1"/>
                </a:solidFill>
              </a:rPr>
              <a:t>  tracts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1CD8161-0AD4-4028-BFAE-15F7A069C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9119" y="2508846"/>
            <a:ext cx="0" cy="27547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824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1135879"/>
            <a:ext cx="24555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915400" y="43434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500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2671-F599-246F-9AD5-9404056B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F7A66-5D64-0502-18D5-C7B28BC5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575EB-AB15-CB27-487A-543416115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71" y="649413"/>
            <a:ext cx="9397330" cy="64516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84F10-BAEC-C990-9AB7-FAE6FDB10821}"/>
              </a:ext>
            </a:extLst>
          </p:cNvPr>
          <p:cNvCxnSpPr/>
          <p:nvPr/>
        </p:nvCxnSpPr>
        <p:spPr>
          <a:xfrm flipH="1">
            <a:off x="8402295" y="62484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228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A85234-FCED-D224-5075-BC73A4C8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90600"/>
            <a:ext cx="3400425" cy="17475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Extrapyramidal Tracts: </a:t>
            </a:r>
            <a:r>
              <a:rPr lang="en-US" dirty="0" err="1"/>
              <a:t>Colliculospinal</a:t>
            </a:r>
            <a:r>
              <a:rPr lang="en-US" dirty="0"/>
              <a:t>/tectospinal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327D59-BD14-8A0D-6DF2-D927DC144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15152" y="487128"/>
            <a:ext cx="3924048" cy="685855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D2F1F5-116F-2406-65A3-0531A5519F02}"/>
              </a:ext>
            </a:extLst>
          </p:cNvPr>
          <p:cNvCxnSpPr/>
          <p:nvPr/>
        </p:nvCxnSpPr>
        <p:spPr>
          <a:xfrm flipH="1">
            <a:off x="8686800" y="29718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565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1135879"/>
            <a:ext cx="24555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9050555" y="4402996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644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754936"/>
            <a:ext cx="48006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  <a:r>
              <a:rPr lang="en-US" spc="-80" dirty="0"/>
              <a:t>: Rubrospinal</a:t>
            </a:r>
            <a:endParaRPr spc="-8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915400" y="48768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30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2671-F599-246F-9AD5-9404056B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F7A66-5D64-0502-18D5-C7B28BC5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575EB-AB15-CB27-487A-543416115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71" y="649413"/>
            <a:ext cx="9397330" cy="64516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84F10-BAEC-C990-9AB7-FAE6FDB10821}"/>
              </a:ext>
            </a:extLst>
          </p:cNvPr>
          <p:cNvCxnSpPr/>
          <p:nvPr/>
        </p:nvCxnSpPr>
        <p:spPr>
          <a:xfrm flipH="1">
            <a:off x="8534400" y="38862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4142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A85234-FCED-D224-5075-BC73A4C8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0"/>
            <a:ext cx="4191000" cy="153720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Extrapyramidal Tracts: Rubrospinal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BD563370-72FB-2715-350B-62D4B0470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75897"/>
            <a:ext cx="3810000" cy="713678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F596BC-CF15-F9BA-6578-2AAC28A87437}"/>
              </a:ext>
            </a:extLst>
          </p:cNvPr>
          <p:cNvCxnSpPr>
            <a:cxnSpLocks/>
          </p:cNvCxnSpPr>
          <p:nvPr/>
        </p:nvCxnSpPr>
        <p:spPr>
          <a:xfrm>
            <a:off x="5334000" y="838200"/>
            <a:ext cx="356191" cy="381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831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1135879"/>
            <a:ext cx="24555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915400" y="48768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0950FB6-31CA-36E2-A9C8-CFAA47BEEA87}"/>
              </a:ext>
            </a:extLst>
          </p:cNvPr>
          <p:cNvSpPr/>
          <p:nvPr/>
        </p:nvSpPr>
        <p:spPr>
          <a:xfrm>
            <a:off x="3733800" y="4648200"/>
            <a:ext cx="5105400" cy="457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12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1135879"/>
            <a:ext cx="24555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915400" y="48768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219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754936"/>
            <a:ext cx="489734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  <a:r>
              <a:rPr lang="en-US" spc="-80" dirty="0"/>
              <a:t>: Vestibulospinal</a:t>
            </a:r>
            <a:endParaRPr spc="-8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915400" y="53340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035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2671-F599-246F-9AD5-9404056B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F7A66-5D64-0502-18D5-C7B28BC5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575EB-AB15-CB27-487A-543416115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71" y="649413"/>
            <a:ext cx="9397330" cy="64516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84F10-BAEC-C990-9AB7-FAE6FDB10821}"/>
              </a:ext>
            </a:extLst>
          </p:cNvPr>
          <p:cNvCxnSpPr/>
          <p:nvPr/>
        </p:nvCxnSpPr>
        <p:spPr>
          <a:xfrm flipH="1">
            <a:off x="8745195" y="60198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605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A85234-FCED-D224-5075-BC73A4C8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405" y="432762"/>
            <a:ext cx="4343400" cy="30818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Extrapyramidal Tracts: Vestibulospinal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8EFDF59-95A3-8DC2-B571-5F315DD1D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432762"/>
            <a:ext cx="3810000" cy="696451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2F25BB-B6CE-2CD4-0BC4-A287CA07C063}"/>
              </a:ext>
            </a:extLst>
          </p:cNvPr>
          <p:cNvCxnSpPr>
            <a:cxnSpLocks/>
          </p:cNvCxnSpPr>
          <p:nvPr/>
        </p:nvCxnSpPr>
        <p:spPr>
          <a:xfrm flipH="1" flipV="1">
            <a:off x="8801986" y="1219200"/>
            <a:ext cx="482009" cy="5334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61142B-2CDD-8CE6-DD0E-1061374AE800}"/>
              </a:ext>
            </a:extLst>
          </p:cNvPr>
          <p:cNvCxnSpPr>
            <a:cxnSpLocks/>
          </p:cNvCxnSpPr>
          <p:nvPr/>
        </p:nvCxnSpPr>
        <p:spPr>
          <a:xfrm flipH="1">
            <a:off x="8305800" y="298920"/>
            <a:ext cx="646814" cy="1524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085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754936"/>
            <a:ext cx="489734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  <a:r>
              <a:rPr lang="en-US" spc="-80" dirty="0"/>
              <a:t>: Vestibulospinal</a:t>
            </a:r>
            <a:endParaRPr spc="-8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915400" y="53340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D0C7AEE-C363-3FEB-3937-AF277EB2FC7E}"/>
              </a:ext>
            </a:extLst>
          </p:cNvPr>
          <p:cNvSpPr/>
          <p:nvPr/>
        </p:nvSpPr>
        <p:spPr>
          <a:xfrm>
            <a:off x="3733800" y="5181600"/>
            <a:ext cx="4402355" cy="2285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60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754936"/>
            <a:ext cx="489734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  <a:r>
              <a:rPr lang="en-US" spc="-80" dirty="0"/>
              <a:t>: Vestibulospinal</a:t>
            </a:r>
            <a:endParaRPr spc="-8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915400" y="53340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2790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754936"/>
            <a:ext cx="489734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  <a:r>
              <a:rPr lang="en-US" spc="-80" dirty="0"/>
              <a:t>: Reticulospinal</a:t>
            </a:r>
            <a:endParaRPr spc="-8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839200" y="57150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934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2671-F599-246F-9AD5-9404056B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F7A66-5D64-0502-18D5-C7B28BC5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575EB-AB15-CB27-487A-543416115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71" y="649413"/>
            <a:ext cx="9397330" cy="64516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84F10-BAEC-C990-9AB7-FAE6FDB10821}"/>
              </a:ext>
            </a:extLst>
          </p:cNvPr>
          <p:cNvCxnSpPr/>
          <p:nvPr/>
        </p:nvCxnSpPr>
        <p:spPr>
          <a:xfrm flipH="1">
            <a:off x="9028401" y="46482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220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A85234-FCED-D224-5075-BC73A4C8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690880"/>
            <a:ext cx="4010025" cy="153720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Extrapyramidal Tracts: Reticulospinal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B90E46-B373-49E1-65DE-BCD92B382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82685"/>
            <a:ext cx="4292883" cy="560703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F2B5AE-4B16-1819-6620-674E27CB6CE3}"/>
              </a:ext>
            </a:extLst>
          </p:cNvPr>
          <p:cNvCxnSpPr>
            <a:cxnSpLocks/>
          </p:cNvCxnSpPr>
          <p:nvPr/>
        </p:nvCxnSpPr>
        <p:spPr>
          <a:xfrm flipH="1">
            <a:off x="8871528" y="2213911"/>
            <a:ext cx="279117" cy="5334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2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754936"/>
            <a:ext cx="489734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  <a:r>
              <a:rPr lang="en-US" spc="-80" dirty="0"/>
              <a:t>: Reticulospinal </a:t>
            </a:r>
            <a:endParaRPr spc="-8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839200" y="57150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1116070-2663-15DE-42B0-9D4DF813800D}"/>
              </a:ext>
            </a:extLst>
          </p:cNvPr>
          <p:cNvSpPr/>
          <p:nvPr/>
        </p:nvSpPr>
        <p:spPr>
          <a:xfrm>
            <a:off x="3733800" y="5486400"/>
            <a:ext cx="5029200" cy="787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66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754936"/>
            <a:ext cx="489734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  <a:r>
              <a:rPr lang="en-US" spc="-80" dirty="0"/>
              <a:t>: Reticulospinal </a:t>
            </a:r>
            <a:endParaRPr spc="-8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cortico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colliculo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rubro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vestibulo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highlight>
                            <a:srgbClr val="00FFFF"/>
                          </a:highlight>
                          <a:latin typeface="Calibri"/>
                          <a:cs typeface="Calibri"/>
                        </a:rPr>
                        <a:t>reticulo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F6839-4694-C974-E43A-3A26628EDE25}"/>
              </a:ext>
            </a:extLst>
          </p:cNvPr>
          <p:cNvCxnSpPr/>
          <p:nvPr/>
        </p:nvCxnSpPr>
        <p:spPr>
          <a:xfrm flipH="1">
            <a:off x="8839200" y="5715000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951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7652" y="2532289"/>
            <a:ext cx="7932420" cy="0"/>
          </a:xfrm>
          <a:custGeom>
            <a:avLst/>
            <a:gdLst/>
            <a:ahLst/>
            <a:cxnLst/>
            <a:rect l="l" t="t" r="r" b="b"/>
            <a:pathLst>
              <a:path w="7932420">
                <a:moveTo>
                  <a:pt x="0" y="0"/>
                </a:moveTo>
                <a:lnTo>
                  <a:pt x="7932038" y="0"/>
                </a:lnTo>
              </a:path>
            </a:pathLst>
          </a:custGeom>
          <a:ln w="5056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1217156"/>
            <a:ext cx="245554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Motor</a:t>
            </a:r>
            <a:r>
              <a:rPr spc="-204" dirty="0"/>
              <a:t> </a:t>
            </a:r>
            <a:r>
              <a:rPr spc="-80" dirty="0"/>
              <a:t>Tracts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353990"/>
              </p:ext>
            </p:extLst>
          </p:nvPr>
        </p:nvGraphicFramePr>
        <p:xfrm>
          <a:off x="1045746" y="2613566"/>
          <a:ext cx="8004809" cy="357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corticospinal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98475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Spinal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Cord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(LMN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ventral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horn)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339090">
                        <a:lnSpc>
                          <a:spcPct val="104299"/>
                        </a:lnSpc>
                        <a:spcBef>
                          <a:spcPts val="1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limbs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posture adjustments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corticobulbar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40640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Motor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Cortex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Medulla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7970">
                        <a:lnSpc>
                          <a:spcPct val="101400"/>
                        </a:lnSpc>
                        <a:spcBef>
                          <a:spcPts val="1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swallowing,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tongue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facial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jaw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 marR="248920">
                        <a:lnSpc>
                          <a:spcPct val="101400"/>
                        </a:lnSpc>
                        <a:spcBef>
                          <a:spcPts val="1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colliculospinal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tract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(tectospinal tract)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Colliculus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7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rubrospinal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193040">
                        <a:lnSpc>
                          <a:spcPct val="1014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balance)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body</a:t>
                      </a:r>
                      <a:r>
                        <a:rPr sz="14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vestibulospinal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Vestibular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Nucleus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posture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reticulospinal</a:t>
                      </a:r>
                      <a:r>
                        <a:rPr sz="14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tract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Reticular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Formation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40" dirty="0">
                          <a:latin typeface="Wingdings"/>
                          <a:cs typeface="Wingdings"/>
                        </a:rPr>
                        <a:t>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LMN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513080">
                        <a:lnSpc>
                          <a:spcPct val="104299"/>
                        </a:lnSpc>
                        <a:spcBef>
                          <a:spcPts val="14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involuntary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motor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assists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772463-8CEB-2325-C40B-2E444950DBEB}"/>
              </a:ext>
            </a:extLst>
          </p:cNvPr>
          <p:cNvSpPr txBox="1"/>
          <p:nvPr/>
        </p:nvSpPr>
        <p:spPr>
          <a:xfrm>
            <a:off x="3276600" y="6858000"/>
            <a:ext cx="2839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LMN = lower motor neurons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EC30FA-4CE2-C414-1C3E-D24681E9E781}"/>
              </a:ext>
            </a:extLst>
          </p:cNvPr>
          <p:cNvCxnSpPr/>
          <p:nvPr/>
        </p:nvCxnSpPr>
        <p:spPr>
          <a:xfrm>
            <a:off x="304800" y="4114800"/>
            <a:ext cx="9525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4291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52FC-DB9B-C9F7-94F8-B131E623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Bonus Points: +5 points on your lowest quiz (out of 100 points)</a:t>
            </a:r>
            <a:br>
              <a:rPr lang="en-US" dirty="0"/>
            </a:br>
            <a:r>
              <a:rPr lang="en-US" dirty="0"/>
              <a:t>Make one of the following: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9CFC4-415C-527F-1A10-934A6FC3E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>
              <a:spcBef>
                <a:spcPts val="7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a test with the materials you have learned today (with a test answer key)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a study guide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a quiz on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quizlet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note cards with the material</a:t>
            </a:r>
          </a:p>
          <a:p>
            <a:pPr marL="37719" indent="0" rtl="0">
              <a:spcBef>
                <a:spcPts val="700"/>
              </a:spcBef>
              <a:spcAft>
                <a:spcPts val="1200"/>
              </a:spcAft>
              <a:buNone/>
            </a:pPr>
            <a:r>
              <a:rPr lang="en-US" dirty="0"/>
              <a:t>Must include: origin, end and function of all 6 tracks discussed today,   function of medulla and pons, and brainstem cross section of pons and medulla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6415DB-CA1E-B135-2637-9177D95AE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29" t="22458" r="3178" b="2289"/>
          <a:stretch/>
        </p:blipFill>
        <p:spPr>
          <a:xfrm>
            <a:off x="5563403" y="5064267"/>
            <a:ext cx="3505199" cy="204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0636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</TotalTime>
  <Words>1988</Words>
  <Application>Microsoft Office PowerPoint</Application>
  <PresentationFormat>Custom</PresentationFormat>
  <Paragraphs>404</Paragraphs>
  <Slides>39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Corbel</vt:lpstr>
      <vt:lpstr>Times New Roman</vt:lpstr>
      <vt:lpstr>Wingdings</vt:lpstr>
      <vt:lpstr>Basis</vt:lpstr>
      <vt:lpstr>PowerPoint Presentation</vt:lpstr>
      <vt:lpstr>PowerPoint Presentation</vt:lpstr>
      <vt:lpstr>PowerPoint Presentation</vt:lpstr>
      <vt:lpstr>Medulla Structures</vt:lpstr>
      <vt:lpstr>Medulla Function</vt:lpstr>
      <vt:lpstr>PowerPoint Presentation</vt:lpstr>
      <vt:lpstr>PowerPoint Presentation</vt:lpstr>
      <vt:lpstr>Pons Function</vt:lpstr>
      <vt:lpstr>Pons Structures</vt:lpstr>
      <vt:lpstr>PowerPoint Presentation</vt:lpstr>
      <vt:lpstr>PowerPoint Presentation</vt:lpstr>
      <vt:lpstr>PowerPoint Presentation</vt:lpstr>
      <vt:lpstr>Pyramidal Tracts : Corticospinal and Corticobulbar </vt:lpstr>
      <vt:lpstr>Motor Tracts</vt:lpstr>
      <vt:lpstr>PowerPoint Presentation</vt:lpstr>
      <vt:lpstr>PowerPoint Presentation</vt:lpstr>
      <vt:lpstr>Motor Tracts</vt:lpstr>
      <vt:lpstr>Extra Pyramidal Tracts :reticulospinal, vestibulospinal, rubrospinal and tectospinal/ Colliculospinal  tracts</vt:lpstr>
      <vt:lpstr>Motor Tracts</vt:lpstr>
      <vt:lpstr>PowerPoint Presentation</vt:lpstr>
      <vt:lpstr>Extrapyramidal Tracts: Colliculospinal/tectospinal  </vt:lpstr>
      <vt:lpstr>Motor Tracts</vt:lpstr>
      <vt:lpstr>Motor Tracts: Rubrospinal</vt:lpstr>
      <vt:lpstr>PowerPoint Presentation</vt:lpstr>
      <vt:lpstr>Extrapyramidal Tracts: Rubrospinal </vt:lpstr>
      <vt:lpstr>Motor Tracts</vt:lpstr>
      <vt:lpstr>Motor Tracts</vt:lpstr>
      <vt:lpstr>Motor Tracts: Vestibulospinal</vt:lpstr>
      <vt:lpstr>PowerPoint Presentation</vt:lpstr>
      <vt:lpstr>Extrapyramidal Tracts: Vestibulospinal </vt:lpstr>
      <vt:lpstr>Motor Tracts: Vestibulospinal</vt:lpstr>
      <vt:lpstr>Motor Tracts: Vestibulospinal</vt:lpstr>
      <vt:lpstr>Motor Tracts: Reticulospinal</vt:lpstr>
      <vt:lpstr>PowerPoint Presentation</vt:lpstr>
      <vt:lpstr>Extrapyramidal Tracts: Reticulospinal</vt:lpstr>
      <vt:lpstr>Motor Tracts: Reticulospinal </vt:lpstr>
      <vt:lpstr>Motor Tracts: Reticulospinal </vt:lpstr>
      <vt:lpstr>Motor Tracts</vt:lpstr>
      <vt:lpstr>Bonus Points: +5 points on your lowest quiz (out of 100 points) Make one of the following: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Dejeux, Mariana</cp:lastModifiedBy>
  <cp:revision>9</cp:revision>
  <dcterms:created xsi:type="dcterms:W3CDTF">2022-10-17T14:40:47Z</dcterms:created>
  <dcterms:modified xsi:type="dcterms:W3CDTF">2024-10-22T19:44:40Z</dcterms:modified>
</cp:coreProperties>
</file>