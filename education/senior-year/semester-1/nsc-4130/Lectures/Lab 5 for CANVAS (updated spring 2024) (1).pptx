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2" r:id="rId1"/>
  </p:sldMasterIdLst>
  <p:notesMasterIdLst>
    <p:notesMasterId r:id="rId33"/>
  </p:notesMasterIdLst>
  <p:sldIdLst>
    <p:sldId id="306" r:id="rId2"/>
    <p:sldId id="280" r:id="rId3"/>
    <p:sldId id="297" r:id="rId4"/>
    <p:sldId id="298" r:id="rId5"/>
    <p:sldId id="281" r:id="rId6"/>
    <p:sldId id="282" r:id="rId7"/>
    <p:sldId id="283" r:id="rId8"/>
    <p:sldId id="284" r:id="rId9"/>
    <p:sldId id="285" r:id="rId10"/>
    <p:sldId id="289" r:id="rId11"/>
    <p:sldId id="291" r:id="rId12"/>
    <p:sldId id="292" r:id="rId13"/>
    <p:sldId id="293" r:id="rId14"/>
    <p:sldId id="256" r:id="rId15"/>
    <p:sldId id="257" r:id="rId16"/>
    <p:sldId id="258" r:id="rId17"/>
    <p:sldId id="260" r:id="rId18"/>
    <p:sldId id="261" r:id="rId19"/>
    <p:sldId id="266" r:id="rId20"/>
    <p:sldId id="267" r:id="rId21"/>
    <p:sldId id="268" r:id="rId22"/>
    <p:sldId id="269" r:id="rId23"/>
    <p:sldId id="270" r:id="rId24"/>
    <p:sldId id="271" r:id="rId25"/>
    <p:sldId id="295" r:id="rId26"/>
    <p:sldId id="272" r:id="rId27"/>
    <p:sldId id="274" r:id="rId28"/>
    <p:sldId id="325" r:id="rId29"/>
    <p:sldId id="326" r:id="rId30"/>
    <p:sldId id="277" r:id="rId31"/>
    <p:sldId id="315" r:id="rId32"/>
  </p:sldIdLst>
  <p:sldSz cx="10058400" cy="7772400"/>
  <p:notesSz cx="100584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E25B3-DAF2-412B-9CFE-B673AC552019}" v="54" dt="2023-02-20T19:34:50.6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212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vaiz, David" userId="c8d6af77-8848-4e82-9606-f6dc21726af4" providerId="ADAL" clId="{5DE0C558-1A16-4B0C-9101-9DEEF952058C}"/>
    <pc:docChg chg="undo custSel addSld delSld modSld sldOrd">
      <pc:chgData name="Narvaiz, David" userId="c8d6af77-8848-4e82-9606-f6dc21726af4" providerId="ADAL" clId="{5DE0C558-1A16-4B0C-9101-9DEEF952058C}" dt="2022-10-03T18:54:21.259" v="305" actId="14100"/>
      <pc:docMkLst>
        <pc:docMk/>
      </pc:docMkLst>
      <pc:sldChg chg="modSp">
        <pc:chgData name="Narvaiz, David" userId="c8d6af77-8848-4e82-9606-f6dc21726af4" providerId="ADAL" clId="{5DE0C558-1A16-4B0C-9101-9DEEF952058C}" dt="2022-10-03T17:29:24.942" v="19" actId="20578"/>
        <pc:sldMkLst>
          <pc:docMk/>
          <pc:sldMk cId="0" sldId="262"/>
        </pc:sldMkLst>
        <pc:spChg chg="mod">
          <ac:chgData name="Narvaiz, David" userId="c8d6af77-8848-4e82-9606-f6dc21726af4" providerId="ADAL" clId="{5DE0C558-1A16-4B0C-9101-9DEEF952058C}" dt="2022-10-03T17:29:24.942" v="19" actId="20578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Narvaiz, David" userId="c8d6af77-8848-4e82-9606-f6dc21726af4" providerId="ADAL" clId="{5DE0C558-1A16-4B0C-9101-9DEEF952058C}" dt="2022-10-03T17:32:25.659" v="59" actId="1076"/>
        <pc:sldMkLst>
          <pc:docMk/>
          <pc:sldMk cId="0" sldId="267"/>
        </pc:sldMkLst>
        <pc:spChg chg="mod">
          <ac:chgData name="Narvaiz, David" userId="c8d6af77-8848-4e82-9606-f6dc21726af4" providerId="ADAL" clId="{5DE0C558-1A16-4B0C-9101-9DEEF952058C}" dt="2022-10-03T17:32:15.477" v="55" actId="14100"/>
          <ac:spMkLst>
            <pc:docMk/>
            <pc:sldMk cId="0" sldId="267"/>
            <ac:spMk id="2" creationId="{00000000-0000-0000-0000-000000000000}"/>
          </ac:spMkLst>
        </pc:spChg>
        <pc:picChg chg="mod">
          <ac:chgData name="Narvaiz, David" userId="c8d6af77-8848-4e82-9606-f6dc21726af4" providerId="ADAL" clId="{5DE0C558-1A16-4B0C-9101-9DEEF952058C}" dt="2022-10-03T17:32:25.659" v="59" actId="1076"/>
          <ac:picMkLst>
            <pc:docMk/>
            <pc:sldMk cId="0" sldId="267"/>
            <ac:picMk id="4" creationId="{00000000-0000-0000-0000-000000000000}"/>
          </ac:picMkLst>
        </pc:picChg>
      </pc:sldChg>
      <pc:sldChg chg="modSp mod">
        <pc:chgData name="Narvaiz, David" userId="c8d6af77-8848-4e82-9606-f6dc21726af4" providerId="ADAL" clId="{5DE0C558-1A16-4B0C-9101-9DEEF952058C}" dt="2022-10-03T17:51:13.575" v="98" actId="20577"/>
        <pc:sldMkLst>
          <pc:docMk/>
          <pc:sldMk cId="0" sldId="270"/>
        </pc:sldMkLst>
        <pc:spChg chg="mod">
          <ac:chgData name="Narvaiz, David" userId="c8d6af77-8848-4e82-9606-f6dc21726af4" providerId="ADAL" clId="{5DE0C558-1A16-4B0C-9101-9DEEF952058C}" dt="2022-10-03T17:51:13.575" v="98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Narvaiz, David" userId="c8d6af77-8848-4e82-9606-f6dc21726af4" providerId="ADAL" clId="{5DE0C558-1A16-4B0C-9101-9DEEF952058C}" dt="2022-10-03T17:51:19.591" v="115" actId="20577"/>
        <pc:sldMkLst>
          <pc:docMk/>
          <pc:sldMk cId="0" sldId="271"/>
        </pc:sldMkLst>
        <pc:spChg chg="mod">
          <ac:chgData name="Narvaiz, David" userId="c8d6af77-8848-4e82-9606-f6dc21726af4" providerId="ADAL" clId="{5DE0C558-1A16-4B0C-9101-9DEEF952058C}" dt="2022-10-03T17:51:19.591" v="115" actId="20577"/>
          <ac:spMkLst>
            <pc:docMk/>
            <pc:sldMk cId="0" sldId="271"/>
            <ac:spMk id="3" creationId="{00000000-0000-0000-0000-000000000000}"/>
          </ac:spMkLst>
        </pc:spChg>
      </pc:sldChg>
      <pc:sldChg chg="addSp delSp modSp mod">
        <pc:chgData name="Narvaiz, David" userId="c8d6af77-8848-4e82-9606-f6dc21726af4" providerId="ADAL" clId="{5DE0C558-1A16-4B0C-9101-9DEEF952058C}" dt="2022-10-03T18:12:03.376" v="192" actId="478"/>
        <pc:sldMkLst>
          <pc:docMk/>
          <pc:sldMk cId="0" sldId="277"/>
        </pc:sldMkLst>
        <pc:spChg chg="mod">
          <ac:chgData name="Narvaiz, David" userId="c8d6af77-8848-4e82-9606-f6dc21726af4" providerId="ADAL" clId="{5DE0C558-1A16-4B0C-9101-9DEEF952058C}" dt="2022-10-03T18:11:27.915" v="186" actId="2710"/>
          <ac:spMkLst>
            <pc:docMk/>
            <pc:sldMk cId="0" sldId="277"/>
            <ac:spMk id="2" creationId="{00000000-0000-0000-0000-000000000000}"/>
          </ac:spMkLst>
        </pc:spChg>
        <pc:picChg chg="add del mod">
          <ac:chgData name="Narvaiz, David" userId="c8d6af77-8848-4e82-9606-f6dc21726af4" providerId="ADAL" clId="{5DE0C558-1A16-4B0C-9101-9DEEF952058C}" dt="2022-10-03T18:12:03.376" v="192" actId="478"/>
          <ac:picMkLst>
            <pc:docMk/>
            <pc:sldMk cId="0" sldId="277"/>
            <ac:picMk id="4" creationId="{0FA8B671-7F5F-A7D8-8EE2-38F75B114B2A}"/>
          </ac:picMkLst>
        </pc:picChg>
      </pc:sldChg>
      <pc:sldChg chg="addSp modSp del mod modNotesTx">
        <pc:chgData name="Narvaiz, David" userId="c8d6af77-8848-4e82-9606-f6dc21726af4" providerId="ADAL" clId="{5DE0C558-1A16-4B0C-9101-9DEEF952058C}" dt="2022-10-03T18:07:45.455" v="176" actId="2696"/>
        <pc:sldMkLst>
          <pc:docMk/>
          <pc:sldMk cId="0" sldId="278"/>
        </pc:sldMkLst>
        <pc:spChg chg="add mod">
          <ac:chgData name="Narvaiz, David" userId="c8d6af77-8848-4e82-9606-f6dc21726af4" providerId="ADAL" clId="{5DE0C558-1A16-4B0C-9101-9DEEF952058C}" dt="2022-10-03T18:06:51.288" v="173" actId="1036"/>
          <ac:spMkLst>
            <pc:docMk/>
            <pc:sldMk cId="0" sldId="278"/>
            <ac:spMk id="3" creationId="{6F44D92B-D273-3B6B-7AEC-49A0D3795D4E}"/>
          </ac:spMkLst>
        </pc:spChg>
        <pc:spChg chg="add mod">
          <ac:chgData name="Narvaiz, David" userId="c8d6af77-8848-4e82-9606-f6dc21726af4" providerId="ADAL" clId="{5DE0C558-1A16-4B0C-9101-9DEEF952058C}" dt="2022-10-03T18:06:48.439" v="169" actId="1035"/>
          <ac:spMkLst>
            <pc:docMk/>
            <pc:sldMk cId="0" sldId="278"/>
            <ac:spMk id="4" creationId="{4ACDA2E0-5AAB-F41B-DD68-75C013E2402C}"/>
          </ac:spMkLst>
        </pc:spChg>
        <pc:spChg chg="add mod">
          <ac:chgData name="Narvaiz, David" userId="c8d6af77-8848-4e82-9606-f6dc21726af4" providerId="ADAL" clId="{5DE0C558-1A16-4B0C-9101-9DEEF952058C}" dt="2022-10-03T18:07:06.361" v="175" actId="1076"/>
          <ac:spMkLst>
            <pc:docMk/>
            <pc:sldMk cId="0" sldId="278"/>
            <ac:spMk id="5" creationId="{B470D4D4-293C-46A7-4FAA-7013243632D6}"/>
          </ac:spMkLst>
        </pc:spChg>
      </pc:sldChg>
      <pc:sldChg chg="modSp mod">
        <pc:chgData name="Narvaiz, David" userId="c8d6af77-8848-4e82-9606-f6dc21726af4" providerId="ADAL" clId="{5DE0C558-1A16-4B0C-9101-9DEEF952058C}" dt="2022-10-03T18:14:27.133" v="194" actId="20577"/>
        <pc:sldMkLst>
          <pc:docMk/>
          <pc:sldMk cId="0" sldId="280"/>
        </pc:sldMkLst>
        <pc:spChg chg="mod">
          <ac:chgData name="Narvaiz, David" userId="c8d6af77-8848-4e82-9606-f6dc21726af4" providerId="ADAL" clId="{5DE0C558-1A16-4B0C-9101-9DEEF952058C}" dt="2022-10-03T18:14:27.133" v="194" actId="20577"/>
          <ac:spMkLst>
            <pc:docMk/>
            <pc:sldMk cId="0" sldId="280"/>
            <ac:spMk id="3" creationId="{00000000-0000-0000-0000-000000000000}"/>
          </ac:spMkLst>
        </pc:spChg>
      </pc:sldChg>
      <pc:sldChg chg="addSp delSp modSp mod">
        <pc:chgData name="Narvaiz, David" userId="c8d6af77-8848-4e82-9606-f6dc21726af4" providerId="ADAL" clId="{5DE0C558-1A16-4B0C-9101-9DEEF952058C}" dt="2022-10-03T18:45:36.244" v="255" actId="14100"/>
        <pc:sldMkLst>
          <pc:docMk/>
          <pc:sldMk cId="0" sldId="284"/>
        </pc:sldMkLst>
        <pc:spChg chg="mod">
          <ac:chgData name="Narvaiz, David" userId="c8d6af77-8848-4e82-9606-f6dc21726af4" providerId="ADAL" clId="{5DE0C558-1A16-4B0C-9101-9DEEF952058C}" dt="2022-10-03T18:41:01.609" v="244" actId="20577"/>
          <ac:spMkLst>
            <pc:docMk/>
            <pc:sldMk cId="0" sldId="284"/>
            <ac:spMk id="3" creationId="{00000000-0000-0000-0000-000000000000}"/>
          </ac:spMkLst>
        </pc:spChg>
        <pc:picChg chg="add del mod">
          <ac:chgData name="Narvaiz, David" userId="c8d6af77-8848-4e82-9606-f6dc21726af4" providerId="ADAL" clId="{5DE0C558-1A16-4B0C-9101-9DEEF952058C}" dt="2022-10-03T18:44:38.707" v="245" actId="21"/>
          <ac:picMkLst>
            <pc:docMk/>
            <pc:sldMk cId="0" sldId="284"/>
            <ac:picMk id="4" creationId="{C230510A-5D9B-4C80-6622-C01BF89F6651}"/>
          </ac:picMkLst>
        </pc:picChg>
        <pc:picChg chg="add mod ord">
          <ac:chgData name="Narvaiz, David" userId="c8d6af77-8848-4e82-9606-f6dc21726af4" providerId="ADAL" clId="{5DE0C558-1A16-4B0C-9101-9DEEF952058C}" dt="2022-10-03T18:45:36.244" v="255" actId="14100"/>
          <ac:picMkLst>
            <pc:docMk/>
            <pc:sldMk cId="0" sldId="284"/>
            <ac:picMk id="5" creationId="{9DE3153D-7F56-FC5A-4792-32B15F8B74B3}"/>
          </ac:picMkLst>
        </pc:picChg>
      </pc:sldChg>
      <pc:sldChg chg="addSp delSp modSp mod">
        <pc:chgData name="Narvaiz, David" userId="c8d6af77-8848-4e82-9606-f6dc21726af4" providerId="ADAL" clId="{5DE0C558-1A16-4B0C-9101-9DEEF952058C}" dt="2022-10-03T18:53:59.002" v="297" actId="21"/>
        <pc:sldMkLst>
          <pc:docMk/>
          <pc:sldMk cId="0" sldId="288"/>
        </pc:sldMkLst>
        <pc:spChg chg="mod">
          <ac:chgData name="Narvaiz, David" userId="c8d6af77-8848-4e82-9606-f6dc21726af4" providerId="ADAL" clId="{5DE0C558-1A16-4B0C-9101-9DEEF952058C}" dt="2022-10-03T18:53:53.805" v="296" actId="113"/>
          <ac:spMkLst>
            <pc:docMk/>
            <pc:sldMk cId="0" sldId="288"/>
            <ac:spMk id="2" creationId="{00000000-0000-0000-0000-000000000000}"/>
          </ac:spMkLst>
        </pc:spChg>
        <pc:picChg chg="add del mod ord">
          <ac:chgData name="Narvaiz, David" userId="c8d6af77-8848-4e82-9606-f6dc21726af4" providerId="ADAL" clId="{5DE0C558-1A16-4B0C-9101-9DEEF952058C}" dt="2022-10-03T18:53:59.002" v="297" actId="21"/>
          <ac:picMkLst>
            <pc:docMk/>
            <pc:sldMk cId="0" sldId="288"/>
            <ac:picMk id="4" creationId="{F0D8E55D-5D44-0B85-9C52-9480106F6F6B}"/>
          </ac:picMkLst>
        </pc:picChg>
      </pc:sldChg>
      <pc:sldChg chg="new del">
        <pc:chgData name="Narvaiz, David" userId="c8d6af77-8848-4e82-9606-f6dc21726af4" providerId="ADAL" clId="{5DE0C558-1A16-4B0C-9101-9DEEF952058C}" dt="2022-10-03T17:22:28.403" v="1" actId="2696"/>
        <pc:sldMkLst>
          <pc:docMk/>
          <pc:sldMk cId="461987071" sldId="294"/>
        </pc:sldMkLst>
      </pc:sldChg>
      <pc:sldChg chg="addSp delSp modSp new mod modAnim">
        <pc:chgData name="Narvaiz, David" userId="c8d6af77-8848-4e82-9606-f6dc21726af4" providerId="ADAL" clId="{5DE0C558-1A16-4B0C-9101-9DEEF952058C}" dt="2022-10-03T17:27:48.203" v="17" actId="1076"/>
        <pc:sldMkLst>
          <pc:docMk/>
          <pc:sldMk cId="2727863645" sldId="294"/>
        </pc:sldMkLst>
        <pc:spChg chg="del">
          <ac:chgData name="Narvaiz, David" userId="c8d6af77-8848-4e82-9606-f6dc21726af4" providerId="ADAL" clId="{5DE0C558-1A16-4B0C-9101-9DEEF952058C}" dt="2022-10-03T17:27:35.754" v="12" actId="478"/>
          <ac:spMkLst>
            <pc:docMk/>
            <pc:sldMk cId="2727863645" sldId="294"/>
            <ac:spMk id="2" creationId="{C1690D18-9BD0-1042-E73B-9C217B135EF2}"/>
          </ac:spMkLst>
        </pc:spChg>
        <pc:spChg chg="del mod">
          <ac:chgData name="Narvaiz, David" userId="c8d6af77-8848-4e82-9606-f6dc21726af4" providerId="ADAL" clId="{5DE0C558-1A16-4B0C-9101-9DEEF952058C}" dt="2022-10-03T17:26:49.978" v="8" actId="478"/>
          <ac:spMkLst>
            <pc:docMk/>
            <pc:sldMk cId="2727863645" sldId="294"/>
            <ac:spMk id="3" creationId="{175404AE-B19B-777A-1CF9-E23DA3E6FF32}"/>
          </ac:spMkLst>
        </pc:spChg>
        <pc:spChg chg="add del mod">
          <ac:chgData name="Narvaiz, David" userId="c8d6af77-8848-4e82-9606-f6dc21726af4" providerId="ADAL" clId="{5DE0C558-1A16-4B0C-9101-9DEEF952058C}" dt="2022-10-03T17:27:35.028" v="11" actId="478"/>
          <ac:spMkLst>
            <pc:docMk/>
            <pc:sldMk cId="2727863645" sldId="294"/>
            <ac:spMk id="5" creationId="{980A2D13-2605-FFEC-97F6-0EB323C28599}"/>
          </ac:spMkLst>
        </pc:spChg>
        <pc:picChg chg="add mod">
          <ac:chgData name="Narvaiz, David" userId="c8d6af77-8848-4e82-9606-f6dc21726af4" providerId="ADAL" clId="{5DE0C558-1A16-4B0C-9101-9DEEF952058C}" dt="2022-10-03T17:27:48.203" v="17" actId="1076"/>
          <ac:picMkLst>
            <pc:docMk/>
            <pc:sldMk cId="2727863645" sldId="294"/>
            <ac:picMk id="6" creationId="{11B805A3-78CD-64FE-7A00-8767AA7F1B42}"/>
          </ac:picMkLst>
        </pc:picChg>
      </pc:sldChg>
      <pc:sldChg chg="addSp delSp modSp new mod ord modAnim">
        <pc:chgData name="Narvaiz, David" userId="c8d6af77-8848-4e82-9606-f6dc21726af4" providerId="ADAL" clId="{5DE0C558-1A16-4B0C-9101-9DEEF952058C}" dt="2022-10-03T17:50:37.151" v="72"/>
        <pc:sldMkLst>
          <pc:docMk/>
          <pc:sldMk cId="317332581" sldId="295"/>
        </pc:sldMkLst>
        <pc:spChg chg="del">
          <ac:chgData name="Narvaiz, David" userId="c8d6af77-8848-4e82-9606-f6dc21726af4" providerId="ADAL" clId="{5DE0C558-1A16-4B0C-9101-9DEEF952058C}" dt="2022-10-03T17:49:46.061" v="63" actId="478"/>
          <ac:spMkLst>
            <pc:docMk/>
            <pc:sldMk cId="317332581" sldId="295"/>
            <ac:spMk id="2" creationId="{60C0757F-A961-A6CB-45DE-A2E56F45D025}"/>
          </ac:spMkLst>
        </pc:spChg>
        <pc:spChg chg="del">
          <ac:chgData name="Narvaiz, David" userId="c8d6af77-8848-4e82-9606-f6dc21726af4" providerId="ADAL" clId="{5DE0C558-1A16-4B0C-9101-9DEEF952058C}" dt="2022-10-03T17:49:04.239" v="61" actId="478"/>
          <ac:spMkLst>
            <pc:docMk/>
            <pc:sldMk cId="317332581" sldId="295"/>
            <ac:spMk id="3" creationId="{2DA84D63-57B9-553A-1E2B-E8905A893E1C}"/>
          </ac:spMkLst>
        </pc:spChg>
        <pc:picChg chg="add mod">
          <ac:chgData name="Narvaiz, David" userId="c8d6af77-8848-4e82-9606-f6dc21726af4" providerId="ADAL" clId="{5DE0C558-1A16-4B0C-9101-9DEEF952058C}" dt="2022-10-03T17:49:55.838" v="66" actId="1076"/>
          <ac:picMkLst>
            <pc:docMk/>
            <pc:sldMk cId="317332581" sldId="295"/>
            <ac:picMk id="4" creationId="{5FB6E524-1129-0182-4A41-A576C4DA0643}"/>
          </ac:picMkLst>
        </pc:picChg>
      </pc:sldChg>
      <pc:sldChg chg="addSp delSp modSp new del mod">
        <pc:chgData name="Narvaiz, David" userId="c8d6af77-8848-4e82-9606-f6dc21726af4" providerId="ADAL" clId="{5DE0C558-1A16-4B0C-9101-9DEEF952058C}" dt="2022-10-03T18:11:57.388" v="190" actId="2696"/>
        <pc:sldMkLst>
          <pc:docMk/>
          <pc:sldMk cId="1866634337" sldId="296"/>
        </pc:sldMkLst>
        <pc:spChg chg="mod">
          <ac:chgData name="Narvaiz, David" userId="c8d6af77-8848-4e82-9606-f6dc21726af4" providerId="ADAL" clId="{5DE0C558-1A16-4B0C-9101-9DEEF952058C}" dt="2022-10-03T18:10:36.346" v="179"/>
          <ac:spMkLst>
            <pc:docMk/>
            <pc:sldMk cId="1866634337" sldId="296"/>
            <ac:spMk id="3" creationId="{DBEAD878-7224-850E-9F45-BE5C217F3234}"/>
          </ac:spMkLst>
        </pc:spChg>
        <pc:picChg chg="add del">
          <ac:chgData name="Narvaiz, David" userId="c8d6af77-8848-4e82-9606-f6dc21726af4" providerId="ADAL" clId="{5DE0C558-1A16-4B0C-9101-9DEEF952058C}" dt="2022-10-03T18:10:49.902" v="181" actId="21"/>
          <ac:picMkLst>
            <pc:docMk/>
            <pc:sldMk cId="1866634337" sldId="296"/>
            <ac:picMk id="4" creationId="{6CA75249-0AF8-969D-93C7-B465610FAEF2}"/>
          </ac:picMkLst>
        </pc:picChg>
      </pc:sldChg>
      <pc:sldChg chg="add">
        <pc:chgData name="Narvaiz, David" userId="c8d6af77-8848-4e82-9606-f6dc21726af4" providerId="ADAL" clId="{5DE0C558-1A16-4B0C-9101-9DEEF952058C}" dt="2022-10-03T18:12:00.168" v="191" actId="2890"/>
        <pc:sldMkLst>
          <pc:docMk/>
          <pc:sldMk cId="2679604232" sldId="296"/>
        </pc:sldMkLst>
      </pc:sldChg>
      <pc:sldChg chg="modSp add mod">
        <pc:chgData name="Narvaiz, David" userId="c8d6af77-8848-4e82-9606-f6dc21726af4" providerId="ADAL" clId="{5DE0C558-1A16-4B0C-9101-9DEEF952058C}" dt="2022-10-03T18:16:50.679" v="211" actId="6549"/>
        <pc:sldMkLst>
          <pc:docMk/>
          <pc:sldMk cId="3759468403" sldId="297"/>
        </pc:sldMkLst>
        <pc:spChg chg="mod">
          <ac:chgData name="Narvaiz, David" userId="c8d6af77-8848-4e82-9606-f6dc21726af4" providerId="ADAL" clId="{5DE0C558-1A16-4B0C-9101-9DEEF952058C}" dt="2022-10-03T18:16:50.679" v="211" actId="6549"/>
          <ac:spMkLst>
            <pc:docMk/>
            <pc:sldMk cId="3759468403" sldId="297"/>
            <ac:spMk id="3" creationId="{00000000-0000-0000-0000-000000000000}"/>
          </ac:spMkLst>
        </pc:spChg>
      </pc:sldChg>
      <pc:sldChg chg="addSp delSp modSp add mod modAnim">
        <pc:chgData name="Narvaiz, David" userId="c8d6af77-8848-4e82-9606-f6dc21726af4" providerId="ADAL" clId="{5DE0C558-1A16-4B0C-9101-9DEEF952058C}" dt="2022-10-03T18:16:44.641" v="210" actId="1076"/>
        <pc:sldMkLst>
          <pc:docMk/>
          <pc:sldMk cId="2579690083" sldId="298"/>
        </pc:sldMkLst>
        <pc:spChg chg="del">
          <ac:chgData name="Narvaiz, David" userId="c8d6af77-8848-4e82-9606-f6dc21726af4" providerId="ADAL" clId="{5DE0C558-1A16-4B0C-9101-9DEEF952058C}" dt="2022-10-03T18:16:33.403" v="204" actId="478"/>
          <ac:spMkLst>
            <pc:docMk/>
            <pc:sldMk cId="2579690083" sldId="298"/>
            <ac:spMk id="2" creationId="{00000000-0000-0000-0000-000000000000}"/>
          </ac:spMkLst>
        </pc:spChg>
        <pc:spChg chg="del">
          <ac:chgData name="Narvaiz, David" userId="c8d6af77-8848-4e82-9606-f6dc21726af4" providerId="ADAL" clId="{5DE0C558-1A16-4B0C-9101-9DEEF952058C}" dt="2022-10-03T18:16:31.834" v="203" actId="478"/>
          <ac:spMkLst>
            <pc:docMk/>
            <pc:sldMk cId="2579690083" sldId="298"/>
            <ac:spMk id="3" creationId="{00000000-0000-0000-0000-000000000000}"/>
          </ac:spMkLst>
        </pc:spChg>
        <pc:spChg chg="add del mod">
          <ac:chgData name="Narvaiz, David" userId="c8d6af77-8848-4e82-9606-f6dc21726af4" providerId="ADAL" clId="{5DE0C558-1A16-4B0C-9101-9DEEF952058C}" dt="2022-10-03T18:16:43.665" v="209" actId="478"/>
          <ac:spMkLst>
            <pc:docMk/>
            <pc:sldMk cId="2579690083" sldId="298"/>
            <ac:spMk id="6" creationId="{2F61646B-8CD6-7D6E-C4B1-4646D322EF26}"/>
          </ac:spMkLst>
        </pc:spChg>
        <pc:picChg chg="add mod">
          <ac:chgData name="Narvaiz, David" userId="c8d6af77-8848-4e82-9606-f6dc21726af4" providerId="ADAL" clId="{5DE0C558-1A16-4B0C-9101-9DEEF952058C}" dt="2022-10-03T18:16:44.641" v="210" actId="1076"/>
          <ac:picMkLst>
            <pc:docMk/>
            <pc:sldMk cId="2579690083" sldId="298"/>
            <ac:picMk id="4" creationId="{689F0FF5-FBC5-71B5-19B9-30B735131BDE}"/>
          </ac:picMkLst>
        </pc:picChg>
      </pc:sldChg>
      <pc:sldChg chg="addSp delSp modSp new mod">
        <pc:chgData name="Narvaiz, David" userId="c8d6af77-8848-4e82-9606-f6dc21726af4" providerId="ADAL" clId="{5DE0C558-1A16-4B0C-9101-9DEEF952058C}" dt="2022-10-03T18:49:00.672" v="267" actId="1076"/>
        <pc:sldMkLst>
          <pc:docMk/>
          <pc:sldMk cId="2476515237" sldId="299"/>
        </pc:sldMkLst>
        <pc:spChg chg="del">
          <ac:chgData name="Narvaiz, David" userId="c8d6af77-8848-4e82-9606-f6dc21726af4" providerId="ADAL" clId="{5DE0C558-1A16-4B0C-9101-9DEEF952058C}" dt="2022-10-03T18:48:28.543" v="259" actId="478"/>
          <ac:spMkLst>
            <pc:docMk/>
            <pc:sldMk cId="2476515237" sldId="299"/>
            <ac:spMk id="2" creationId="{0987D56A-A7C9-34D4-B339-3540869DA7EB}"/>
          </ac:spMkLst>
        </pc:spChg>
        <pc:spChg chg="del">
          <ac:chgData name="Narvaiz, David" userId="c8d6af77-8848-4e82-9606-f6dc21726af4" providerId="ADAL" clId="{5DE0C558-1A16-4B0C-9101-9DEEF952058C}" dt="2022-10-03T18:48:25.662" v="258" actId="478"/>
          <ac:spMkLst>
            <pc:docMk/>
            <pc:sldMk cId="2476515237" sldId="299"/>
            <ac:spMk id="3" creationId="{5474A2E5-0DD8-3FE5-D636-000C004DF172}"/>
          </ac:spMkLst>
        </pc:spChg>
        <pc:picChg chg="add mod">
          <ac:chgData name="Narvaiz, David" userId="c8d6af77-8848-4e82-9606-f6dc21726af4" providerId="ADAL" clId="{5DE0C558-1A16-4B0C-9101-9DEEF952058C}" dt="2022-10-03T18:49:00.672" v="267" actId="1076"/>
          <ac:picMkLst>
            <pc:docMk/>
            <pc:sldMk cId="2476515237" sldId="299"/>
            <ac:picMk id="4" creationId="{F3231C8F-646F-7517-2998-C3CFE04E0B4F}"/>
          </ac:picMkLst>
        </pc:picChg>
      </pc:sldChg>
      <pc:sldChg chg="addSp delSp modSp new mod">
        <pc:chgData name="Narvaiz, David" userId="c8d6af77-8848-4e82-9606-f6dc21726af4" providerId="ADAL" clId="{5DE0C558-1A16-4B0C-9101-9DEEF952058C}" dt="2022-10-03T18:54:21.259" v="305" actId="14100"/>
        <pc:sldMkLst>
          <pc:docMk/>
          <pc:sldMk cId="1396967686" sldId="300"/>
        </pc:sldMkLst>
        <pc:spChg chg="del">
          <ac:chgData name="Narvaiz, David" userId="c8d6af77-8848-4e82-9606-f6dc21726af4" providerId="ADAL" clId="{5DE0C558-1A16-4B0C-9101-9DEEF952058C}" dt="2022-10-03T18:54:06.843" v="300" actId="478"/>
          <ac:spMkLst>
            <pc:docMk/>
            <pc:sldMk cId="1396967686" sldId="300"/>
            <ac:spMk id="2" creationId="{63E1E994-3488-C0E7-4840-B87CAF6B50CA}"/>
          </ac:spMkLst>
        </pc:spChg>
        <pc:spChg chg="del">
          <ac:chgData name="Narvaiz, David" userId="c8d6af77-8848-4e82-9606-f6dc21726af4" providerId="ADAL" clId="{5DE0C558-1A16-4B0C-9101-9DEEF952058C}" dt="2022-10-03T18:54:04.460" v="299" actId="478"/>
          <ac:spMkLst>
            <pc:docMk/>
            <pc:sldMk cId="1396967686" sldId="300"/>
            <ac:spMk id="3" creationId="{ED687255-0D19-2818-9D33-327C7A57A12B}"/>
          </ac:spMkLst>
        </pc:spChg>
        <pc:picChg chg="add mod">
          <ac:chgData name="Narvaiz, David" userId="c8d6af77-8848-4e82-9606-f6dc21726af4" providerId="ADAL" clId="{5DE0C558-1A16-4B0C-9101-9DEEF952058C}" dt="2022-10-03T18:54:21.259" v="305" actId="14100"/>
          <ac:picMkLst>
            <pc:docMk/>
            <pc:sldMk cId="1396967686" sldId="300"/>
            <ac:picMk id="4" creationId="{0E450A70-7E58-8736-8EEE-34465DEC1637}"/>
          </ac:picMkLst>
        </pc:picChg>
      </pc:sldChg>
    </pc:docChg>
  </pc:docChgLst>
  <pc:docChgLst>
    <pc:chgData name="Narvaiz, David" userId="c8d6af77-8848-4e82-9606-f6dc21726af4" providerId="ADAL" clId="{D39E25B3-DAF2-412B-9CFE-B673AC552019}"/>
    <pc:docChg chg="undo custSel addSld delSld modSld sldOrd">
      <pc:chgData name="Narvaiz, David" userId="c8d6af77-8848-4e82-9606-f6dc21726af4" providerId="ADAL" clId="{D39E25B3-DAF2-412B-9CFE-B673AC552019}" dt="2023-02-20T19:35:03.160" v="1717" actId="114"/>
      <pc:docMkLst>
        <pc:docMk/>
      </pc:docMkLst>
      <pc:sldChg chg="addSp delSp modSp mod">
        <pc:chgData name="Narvaiz, David" userId="c8d6af77-8848-4e82-9606-f6dc21726af4" providerId="ADAL" clId="{D39E25B3-DAF2-412B-9CFE-B673AC552019}" dt="2023-02-20T17:03:42.152" v="209" actId="20577"/>
        <pc:sldMkLst>
          <pc:docMk/>
          <pc:sldMk cId="0" sldId="256"/>
        </pc:sldMkLst>
        <pc:spChg chg="add del mod">
          <ac:chgData name="Narvaiz, David" userId="c8d6af77-8848-4e82-9606-f6dc21726af4" providerId="ADAL" clId="{D39E25B3-DAF2-412B-9CFE-B673AC552019}" dt="2023-02-20T17:03:42.152" v="209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Narvaiz, David" userId="c8d6af77-8848-4e82-9606-f6dc21726af4" providerId="ADAL" clId="{D39E25B3-DAF2-412B-9CFE-B673AC552019}" dt="2023-02-20T17:19:55.590" v="257" actId="2696"/>
        <pc:sldMkLst>
          <pc:docMk/>
          <pc:sldMk cId="0" sldId="259"/>
        </pc:sldMkLst>
      </pc:sldChg>
      <pc:sldChg chg="addSp modSp mod modNotesTx">
        <pc:chgData name="Narvaiz, David" userId="c8d6af77-8848-4e82-9606-f6dc21726af4" providerId="ADAL" clId="{D39E25B3-DAF2-412B-9CFE-B673AC552019}" dt="2023-02-20T17:44:44.432" v="686" actId="20577"/>
        <pc:sldMkLst>
          <pc:docMk/>
          <pc:sldMk cId="0" sldId="260"/>
        </pc:sldMkLst>
        <pc:spChg chg="mod">
          <ac:chgData name="Narvaiz, David" userId="c8d6af77-8848-4e82-9606-f6dc21726af4" providerId="ADAL" clId="{D39E25B3-DAF2-412B-9CFE-B673AC552019}" dt="2023-02-20T17:37:25.968" v="279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Narvaiz, David" userId="c8d6af77-8848-4e82-9606-f6dc21726af4" providerId="ADAL" clId="{D39E25B3-DAF2-412B-9CFE-B673AC552019}" dt="2023-02-20T17:39:37.151" v="286" actId="1076"/>
          <ac:picMkLst>
            <pc:docMk/>
            <pc:sldMk cId="0" sldId="260"/>
            <ac:picMk id="4" creationId="{0620DAD4-B954-1AF3-2C83-018033F4DBBE}"/>
          </ac:picMkLst>
        </pc:picChg>
      </pc:sldChg>
      <pc:sldChg chg="addSp delSp modSp mod">
        <pc:chgData name="Narvaiz, David" userId="c8d6af77-8848-4e82-9606-f6dc21726af4" providerId="ADAL" clId="{D39E25B3-DAF2-412B-9CFE-B673AC552019}" dt="2023-02-20T17:40:18.479" v="290" actId="1076"/>
        <pc:sldMkLst>
          <pc:docMk/>
          <pc:sldMk cId="0" sldId="261"/>
        </pc:sldMkLst>
        <pc:picChg chg="del">
          <ac:chgData name="Narvaiz, David" userId="c8d6af77-8848-4e82-9606-f6dc21726af4" providerId="ADAL" clId="{D39E25B3-DAF2-412B-9CFE-B673AC552019}" dt="2023-02-20T17:40:13.392" v="287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Narvaiz, David" userId="c8d6af77-8848-4e82-9606-f6dc21726af4" providerId="ADAL" clId="{D39E25B3-DAF2-412B-9CFE-B673AC552019}" dt="2023-02-20T17:40:18.479" v="290" actId="1076"/>
          <ac:picMkLst>
            <pc:docMk/>
            <pc:sldMk cId="0" sldId="261"/>
            <ac:picMk id="4098" creationId="{C0C1693A-621C-A094-9F02-3B12F59E28DA}"/>
          </ac:picMkLst>
        </pc:picChg>
      </pc:sldChg>
      <pc:sldChg chg="del">
        <pc:chgData name="Narvaiz, David" userId="c8d6af77-8848-4e82-9606-f6dc21726af4" providerId="ADAL" clId="{D39E25B3-DAF2-412B-9CFE-B673AC552019}" dt="2023-02-20T17:45:57.967" v="687" actId="2696"/>
        <pc:sldMkLst>
          <pc:docMk/>
          <pc:sldMk cId="0" sldId="262"/>
        </pc:sldMkLst>
      </pc:sldChg>
      <pc:sldChg chg="add del">
        <pc:chgData name="Narvaiz, David" userId="c8d6af77-8848-4e82-9606-f6dc21726af4" providerId="ADAL" clId="{D39E25B3-DAF2-412B-9CFE-B673AC552019}" dt="2023-02-20T17:54:37.737" v="707" actId="47"/>
        <pc:sldMkLst>
          <pc:docMk/>
          <pc:sldMk cId="0" sldId="263"/>
        </pc:sldMkLst>
      </pc:sldChg>
      <pc:sldChg chg="add del">
        <pc:chgData name="Narvaiz, David" userId="c8d6af77-8848-4e82-9606-f6dc21726af4" providerId="ADAL" clId="{D39E25B3-DAF2-412B-9CFE-B673AC552019}" dt="2023-02-20T17:54:39.584" v="708" actId="47"/>
        <pc:sldMkLst>
          <pc:docMk/>
          <pc:sldMk cId="0" sldId="264"/>
        </pc:sldMkLst>
      </pc:sldChg>
      <pc:sldChg chg="add del">
        <pc:chgData name="Narvaiz, David" userId="c8d6af77-8848-4e82-9606-f6dc21726af4" providerId="ADAL" clId="{D39E25B3-DAF2-412B-9CFE-B673AC552019}" dt="2023-02-20T17:54:41.220" v="709" actId="47"/>
        <pc:sldMkLst>
          <pc:docMk/>
          <pc:sldMk cId="0" sldId="265"/>
        </pc:sldMkLst>
      </pc:sldChg>
      <pc:sldChg chg="modSp mod">
        <pc:chgData name="Narvaiz, David" userId="c8d6af77-8848-4e82-9606-f6dc21726af4" providerId="ADAL" clId="{D39E25B3-DAF2-412B-9CFE-B673AC552019}" dt="2023-02-20T17:55:57.634" v="734" actId="20577"/>
        <pc:sldMkLst>
          <pc:docMk/>
          <pc:sldMk cId="0" sldId="266"/>
        </pc:sldMkLst>
        <pc:spChg chg="mod">
          <ac:chgData name="Narvaiz, David" userId="c8d6af77-8848-4e82-9606-f6dc21726af4" providerId="ADAL" clId="{D39E25B3-DAF2-412B-9CFE-B673AC552019}" dt="2023-02-20T17:55:57.634" v="734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Narvaiz, David" userId="c8d6af77-8848-4e82-9606-f6dc21726af4" providerId="ADAL" clId="{D39E25B3-DAF2-412B-9CFE-B673AC552019}" dt="2023-02-20T18:20:16.917" v="1190" actId="1076"/>
        <pc:sldMkLst>
          <pc:docMk/>
          <pc:sldMk cId="0" sldId="267"/>
        </pc:sldMkLst>
        <pc:spChg chg="mod">
          <ac:chgData name="Narvaiz, David" userId="c8d6af77-8848-4e82-9606-f6dc21726af4" providerId="ADAL" clId="{D39E25B3-DAF2-412B-9CFE-B673AC552019}" dt="2023-02-20T18:20:14.975" v="1189" actId="20577"/>
          <ac:spMkLst>
            <pc:docMk/>
            <pc:sldMk cId="0" sldId="267"/>
            <ac:spMk id="2" creationId="{00000000-0000-0000-0000-000000000000}"/>
          </ac:spMkLst>
        </pc:spChg>
        <pc:picChg chg="mod">
          <ac:chgData name="Narvaiz, David" userId="c8d6af77-8848-4e82-9606-f6dc21726af4" providerId="ADAL" clId="{D39E25B3-DAF2-412B-9CFE-B673AC552019}" dt="2023-02-20T18:20:16.917" v="1190" actId="1076"/>
          <ac:picMkLst>
            <pc:docMk/>
            <pc:sldMk cId="0" sldId="267"/>
            <ac:picMk id="4" creationId="{00000000-0000-0000-0000-000000000000}"/>
          </ac:picMkLst>
        </pc:picChg>
      </pc:sldChg>
      <pc:sldChg chg="addSp modSp mod modNotesTx">
        <pc:chgData name="Narvaiz, David" userId="c8d6af77-8848-4e82-9606-f6dc21726af4" providerId="ADAL" clId="{D39E25B3-DAF2-412B-9CFE-B673AC552019}" dt="2023-02-20T18:19:28.454" v="1160" actId="20577"/>
        <pc:sldMkLst>
          <pc:docMk/>
          <pc:sldMk cId="0" sldId="268"/>
        </pc:sldMkLst>
        <pc:picChg chg="add mod">
          <ac:chgData name="Narvaiz, David" userId="c8d6af77-8848-4e82-9606-f6dc21726af4" providerId="ADAL" clId="{D39E25B3-DAF2-412B-9CFE-B673AC552019}" dt="2023-02-20T18:18:06.181" v="903" actId="1076"/>
          <ac:picMkLst>
            <pc:docMk/>
            <pc:sldMk cId="0" sldId="268"/>
            <ac:picMk id="4" creationId="{FFF094BB-2DB5-5DB0-AF30-25800E34634D}"/>
          </ac:picMkLst>
        </pc:picChg>
      </pc:sldChg>
      <pc:sldChg chg="modSp mod">
        <pc:chgData name="Narvaiz, David" userId="c8d6af77-8848-4e82-9606-f6dc21726af4" providerId="ADAL" clId="{D39E25B3-DAF2-412B-9CFE-B673AC552019}" dt="2023-02-20T18:47:46.624" v="1232" actId="14100"/>
        <pc:sldMkLst>
          <pc:docMk/>
          <pc:sldMk cId="0" sldId="269"/>
        </pc:sldMkLst>
        <pc:spChg chg="mod">
          <ac:chgData name="Narvaiz, David" userId="c8d6af77-8848-4e82-9606-f6dc21726af4" providerId="ADAL" clId="{D39E25B3-DAF2-412B-9CFE-B673AC552019}" dt="2023-02-20T18:47:46.624" v="1232" actId="14100"/>
          <ac:spMkLst>
            <pc:docMk/>
            <pc:sldMk cId="0" sldId="269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8:21:42.377" v="1191" actId="6549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Narvaiz, David" userId="c8d6af77-8848-4e82-9606-f6dc21726af4" providerId="ADAL" clId="{D39E25B3-DAF2-412B-9CFE-B673AC552019}" dt="2023-02-20T18:40:25.736" v="1226" actId="20577"/>
        <pc:sldMkLst>
          <pc:docMk/>
          <pc:sldMk cId="0" sldId="272"/>
        </pc:sldMkLst>
        <pc:spChg chg="mod">
          <ac:chgData name="Narvaiz, David" userId="c8d6af77-8848-4e82-9606-f6dc21726af4" providerId="ADAL" clId="{D39E25B3-DAF2-412B-9CFE-B673AC552019}" dt="2023-02-20T18:40:25.736" v="1226" actId="20577"/>
          <ac:spMkLst>
            <pc:docMk/>
            <pc:sldMk cId="0" sldId="272"/>
            <ac:spMk id="3" creationId="{00000000-0000-0000-0000-000000000000}"/>
          </ac:spMkLst>
        </pc:spChg>
      </pc:sldChg>
      <pc:sldChg chg="addSp modSp mod">
        <pc:chgData name="Narvaiz, David" userId="c8d6af77-8848-4e82-9606-f6dc21726af4" providerId="ADAL" clId="{D39E25B3-DAF2-412B-9CFE-B673AC552019}" dt="2023-02-20T18:49:54.744" v="1255" actId="1076"/>
        <pc:sldMkLst>
          <pc:docMk/>
          <pc:sldMk cId="0" sldId="274"/>
        </pc:sldMkLst>
        <pc:picChg chg="mod">
          <ac:chgData name="Narvaiz, David" userId="c8d6af77-8848-4e82-9606-f6dc21726af4" providerId="ADAL" clId="{D39E25B3-DAF2-412B-9CFE-B673AC552019}" dt="2023-02-20T18:49:52.368" v="1254" actId="1076"/>
          <ac:picMkLst>
            <pc:docMk/>
            <pc:sldMk cId="0" sldId="274"/>
            <ac:picMk id="2" creationId="{00000000-0000-0000-0000-000000000000}"/>
          </ac:picMkLst>
        </pc:picChg>
        <pc:picChg chg="add mod">
          <ac:chgData name="Narvaiz, David" userId="c8d6af77-8848-4e82-9606-f6dc21726af4" providerId="ADAL" clId="{D39E25B3-DAF2-412B-9CFE-B673AC552019}" dt="2023-02-20T18:49:29.208" v="1249" actId="1076"/>
          <ac:picMkLst>
            <pc:docMk/>
            <pc:sldMk cId="0" sldId="274"/>
            <ac:picMk id="3" creationId="{D75D2C14-9240-91C6-1AB5-DC3C2670754C}"/>
          </ac:picMkLst>
        </pc:picChg>
        <pc:picChg chg="add mod">
          <ac:chgData name="Narvaiz, David" userId="c8d6af77-8848-4e82-9606-f6dc21726af4" providerId="ADAL" clId="{D39E25B3-DAF2-412B-9CFE-B673AC552019}" dt="2023-02-20T18:49:54.744" v="1255" actId="1076"/>
          <ac:picMkLst>
            <pc:docMk/>
            <pc:sldMk cId="0" sldId="274"/>
            <ac:picMk id="4" creationId="{6722BB62-4281-0D47-F751-1154FE195B63}"/>
          </ac:picMkLst>
        </pc:picChg>
      </pc:sldChg>
      <pc:sldChg chg="modSp del">
        <pc:chgData name="Narvaiz, David" userId="c8d6af77-8848-4e82-9606-f6dc21726af4" providerId="ADAL" clId="{D39E25B3-DAF2-412B-9CFE-B673AC552019}" dt="2023-02-20T18:49:47.672" v="1252" actId="47"/>
        <pc:sldMkLst>
          <pc:docMk/>
          <pc:sldMk cId="0" sldId="275"/>
        </pc:sldMkLst>
        <pc:picChg chg="mod">
          <ac:chgData name="Narvaiz, David" userId="c8d6af77-8848-4e82-9606-f6dc21726af4" providerId="ADAL" clId="{D39E25B3-DAF2-412B-9CFE-B673AC552019}" dt="2023-02-20T18:48:43.127" v="1238"/>
          <ac:picMkLst>
            <pc:docMk/>
            <pc:sldMk cId="0" sldId="275"/>
            <ac:picMk id="2" creationId="{00000000-0000-0000-0000-000000000000}"/>
          </ac:picMkLst>
        </pc:picChg>
      </pc:sldChg>
      <pc:sldChg chg="modSp del">
        <pc:chgData name="Narvaiz, David" userId="c8d6af77-8848-4e82-9606-f6dc21726af4" providerId="ADAL" clId="{D39E25B3-DAF2-412B-9CFE-B673AC552019}" dt="2023-02-20T18:49:48.762" v="1253" actId="47"/>
        <pc:sldMkLst>
          <pc:docMk/>
          <pc:sldMk cId="0" sldId="276"/>
        </pc:sldMkLst>
        <pc:picChg chg="mod">
          <ac:chgData name="Narvaiz, David" userId="c8d6af77-8848-4e82-9606-f6dc21726af4" providerId="ADAL" clId="{D39E25B3-DAF2-412B-9CFE-B673AC552019}" dt="2023-02-20T18:49:12.943" v="1244"/>
          <ac:picMkLst>
            <pc:docMk/>
            <pc:sldMk cId="0" sldId="276"/>
            <ac:picMk id="2" creationId="{00000000-0000-0000-0000-000000000000}"/>
          </ac:picMkLst>
        </pc:picChg>
      </pc:sldChg>
      <pc:sldChg chg="del">
        <pc:chgData name="Narvaiz, David" userId="c8d6af77-8848-4e82-9606-f6dc21726af4" providerId="ADAL" clId="{D39E25B3-DAF2-412B-9CFE-B673AC552019}" dt="2023-02-20T18:52:31.949" v="1260" actId="2696"/>
        <pc:sldMkLst>
          <pc:docMk/>
          <pc:sldMk cId="0" sldId="279"/>
        </pc:sldMkLst>
      </pc:sldChg>
      <pc:sldChg chg="addSp delSp modSp mod ord">
        <pc:chgData name="Narvaiz, David" userId="c8d6af77-8848-4e82-9606-f6dc21726af4" providerId="ADAL" clId="{D39E25B3-DAF2-412B-9CFE-B673AC552019}" dt="2023-02-20T17:12:19.010" v="233" actId="20577"/>
        <pc:sldMkLst>
          <pc:docMk/>
          <pc:sldMk cId="0" sldId="280"/>
        </pc:sldMkLst>
        <pc:spChg chg="mod">
          <ac:chgData name="Narvaiz, David" userId="c8d6af77-8848-4e82-9606-f6dc21726af4" providerId="ADAL" clId="{D39E25B3-DAF2-412B-9CFE-B673AC552019}" dt="2023-02-20T17:12:19.010" v="233" actId="20577"/>
          <ac:spMkLst>
            <pc:docMk/>
            <pc:sldMk cId="0" sldId="280"/>
            <ac:spMk id="3" creationId="{00000000-0000-0000-0000-000000000000}"/>
          </ac:spMkLst>
        </pc:spChg>
        <pc:picChg chg="add del mod">
          <ac:chgData name="Narvaiz, David" userId="c8d6af77-8848-4e82-9606-f6dc21726af4" providerId="ADAL" clId="{D39E25B3-DAF2-412B-9CFE-B673AC552019}" dt="2023-02-20T16:43:10.693" v="77"/>
          <ac:picMkLst>
            <pc:docMk/>
            <pc:sldMk cId="0" sldId="280"/>
            <ac:picMk id="1026" creationId="{D69F36C4-9DDA-5257-321E-8E68E73167E3}"/>
          </ac:picMkLst>
        </pc:picChg>
        <pc:picChg chg="add del mod">
          <ac:chgData name="Narvaiz, David" userId="c8d6af77-8848-4e82-9606-f6dc21726af4" providerId="ADAL" clId="{D39E25B3-DAF2-412B-9CFE-B673AC552019}" dt="2023-02-20T17:11:33.208" v="222" actId="478"/>
          <ac:picMkLst>
            <pc:docMk/>
            <pc:sldMk cId="0" sldId="280"/>
            <ac:picMk id="1028" creationId="{669FB033-45CD-786F-FB91-42E4C3711D91}"/>
          </ac:picMkLst>
        </pc:picChg>
      </pc:sldChg>
      <pc:sldChg chg="ord">
        <pc:chgData name="Narvaiz, David" userId="c8d6af77-8848-4e82-9606-f6dc21726af4" providerId="ADAL" clId="{D39E25B3-DAF2-412B-9CFE-B673AC552019}" dt="2023-02-20T18:55:26.539" v="1262"/>
        <pc:sldMkLst>
          <pc:docMk/>
          <pc:sldMk cId="0" sldId="281"/>
        </pc:sldMkLst>
      </pc:sldChg>
      <pc:sldChg chg="modSp mod ord">
        <pc:chgData name="Narvaiz, David" userId="c8d6af77-8848-4e82-9606-f6dc21726af4" providerId="ADAL" clId="{D39E25B3-DAF2-412B-9CFE-B673AC552019}" dt="2023-02-20T19:04:57.626" v="1554" actId="20577"/>
        <pc:sldMkLst>
          <pc:docMk/>
          <pc:sldMk cId="0" sldId="282"/>
        </pc:sldMkLst>
        <pc:spChg chg="mod">
          <ac:chgData name="Narvaiz, David" userId="c8d6af77-8848-4e82-9606-f6dc21726af4" providerId="ADAL" clId="{D39E25B3-DAF2-412B-9CFE-B673AC552019}" dt="2023-02-20T19:04:57.626" v="1554" actId="20577"/>
          <ac:spMkLst>
            <pc:docMk/>
            <pc:sldMk cId="0" sldId="282"/>
            <ac:spMk id="2" creationId="{00000000-0000-0000-0000-000000000000}"/>
          </ac:spMkLst>
        </pc:spChg>
      </pc:sldChg>
      <pc:sldChg chg="addSp delSp modSp mod ord">
        <pc:chgData name="Narvaiz, David" userId="c8d6af77-8848-4e82-9606-f6dc21726af4" providerId="ADAL" clId="{D39E25B3-DAF2-412B-9CFE-B673AC552019}" dt="2023-02-20T19:18:52.761" v="1612" actId="207"/>
        <pc:sldMkLst>
          <pc:docMk/>
          <pc:sldMk cId="0" sldId="283"/>
        </pc:sldMkLst>
        <pc:spChg chg="mod">
          <ac:chgData name="Narvaiz, David" userId="c8d6af77-8848-4e82-9606-f6dc21726af4" providerId="ADAL" clId="{D39E25B3-DAF2-412B-9CFE-B673AC552019}" dt="2023-02-20T19:13:50.691" v="1572" actId="20577"/>
          <ac:spMkLst>
            <pc:docMk/>
            <pc:sldMk cId="0" sldId="283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9:18:52.761" v="1612" actId="207"/>
          <ac:spMkLst>
            <pc:docMk/>
            <pc:sldMk cId="0" sldId="283"/>
            <ac:spMk id="3" creationId="{00000000-0000-0000-0000-000000000000}"/>
          </ac:spMkLst>
        </pc:spChg>
        <pc:spChg chg="add del mod">
          <ac:chgData name="Narvaiz, David" userId="c8d6af77-8848-4e82-9606-f6dc21726af4" providerId="ADAL" clId="{D39E25B3-DAF2-412B-9CFE-B673AC552019}" dt="2023-02-20T19:15:06.458" v="1611" actId="478"/>
          <ac:spMkLst>
            <pc:docMk/>
            <pc:sldMk cId="0" sldId="283"/>
            <ac:spMk id="4" creationId="{EC109CB6-5216-872D-E134-8E331C7A6436}"/>
          </ac:spMkLst>
        </pc:spChg>
      </pc:sldChg>
      <pc:sldChg chg="ord">
        <pc:chgData name="Narvaiz, David" userId="c8d6af77-8848-4e82-9606-f6dc21726af4" providerId="ADAL" clId="{D39E25B3-DAF2-412B-9CFE-B673AC552019}" dt="2023-02-20T18:55:26.539" v="1262"/>
        <pc:sldMkLst>
          <pc:docMk/>
          <pc:sldMk cId="0" sldId="284"/>
        </pc:sldMkLst>
      </pc:sldChg>
      <pc:sldChg chg="addSp delSp modSp mod ord">
        <pc:chgData name="Narvaiz, David" userId="c8d6af77-8848-4e82-9606-f6dc21726af4" providerId="ADAL" clId="{D39E25B3-DAF2-412B-9CFE-B673AC552019}" dt="2023-02-20T19:28:08.796" v="1684" actId="1076"/>
        <pc:sldMkLst>
          <pc:docMk/>
          <pc:sldMk cId="0" sldId="285"/>
        </pc:sldMkLst>
        <pc:spChg chg="mod">
          <ac:chgData name="Narvaiz, David" userId="c8d6af77-8848-4e82-9606-f6dc21726af4" providerId="ADAL" clId="{D39E25B3-DAF2-412B-9CFE-B673AC552019}" dt="2023-02-20T19:27:08.371" v="1670" actId="1076"/>
          <ac:spMkLst>
            <pc:docMk/>
            <pc:sldMk cId="0" sldId="285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9:27:04.211" v="1669" actId="1076"/>
          <ac:spMkLst>
            <pc:docMk/>
            <pc:sldMk cId="0" sldId="285"/>
            <ac:spMk id="3" creationId="{00000000-0000-0000-0000-000000000000}"/>
          </ac:spMkLst>
        </pc:spChg>
        <pc:spChg chg="add del mod">
          <ac:chgData name="Narvaiz, David" userId="c8d6af77-8848-4e82-9606-f6dc21726af4" providerId="ADAL" clId="{D39E25B3-DAF2-412B-9CFE-B673AC552019}" dt="2023-02-20T19:23:07.196" v="1622"/>
          <ac:spMkLst>
            <pc:docMk/>
            <pc:sldMk cId="0" sldId="285"/>
            <ac:spMk id="4" creationId="{DC4B3C57-5356-8071-A523-9ACCE681C816}"/>
          </ac:spMkLst>
        </pc:spChg>
        <pc:spChg chg="add mod">
          <ac:chgData name="Narvaiz, David" userId="c8d6af77-8848-4e82-9606-f6dc21726af4" providerId="ADAL" clId="{D39E25B3-DAF2-412B-9CFE-B673AC552019}" dt="2023-02-20T19:27:52.477" v="1679" actId="1036"/>
          <ac:spMkLst>
            <pc:docMk/>
            <pc:sldMk cId="0" sldId="285"/>
            <ac:spMk id="5" creationId="{F288EEEC-9D6E-1E85-C05D-EE6D47BEFD7D}"/>
          </ac:spMkLst>
        </pc:spChg>
        <pc:spChg chg="add mod">
          <ac:chgData name="Narvaiz, David" userId="c8d6af77-8848-4e82-9606-f6dc21726af4" providerId="ADAL" clId="{D39E25B3-DAF2-412B-9CFE-B673AC552019}" dt="2023-02-20T19:27:49.723" v="1677" actId="1036"/>
          <ac:spMkLst>
            <pc:docMk/>
            <pc:sldMk cId="0" sldId="285"/>
            <ac:spMk id="7" creationId="{2002299F-9E5E-CF27-AFC9-37B2FD522308}"/>
          </ac:spMkLst>
        </pc:spChg>
        <pc:picChg chg="add mod">
          <ac:chgData name="Narvaiz, David" userId="c8d6af77-8848-4e82-9606-f6dc21726af4" providerId="ADAL" clId="{D39E25B3-DAF2-412B-9CFE-B673AC552019}" dt="2023-02-20T19:27:57.099" v="1680" actId="1076"/>
          <ac:picMkLst>
            <pc:docMk/>
            <pc:sldMk cId="0" sldId="285"/>
            <ac:picMk id="6" creationId="{BCBBA926-7318-9B21-33E1-7A42482E80AC}"/>
          </ac:picMkLst>
        </pc:picChg>
        <pc:picChg chg="add mod">
          <ac:chgData name="Narvaiz, David" userId="c8d6af77-8848-4e82-9606-f6dc21726af4" providerId="ADAL" clId="{D39E25B3-DAF2-412B-9CFE-B673AC552019}" dt="2023-02-20T19:28:08.796" v="1684" actId="1076"/>
          <ac:picMkLst>
            <pc:docMk/>
            <pc:sldMk cId="0" sldId="285"/>
            <ac:picMk id="8" creationId="{787FCFAC-5FC2-7405-56F1-899BD4DA63DE}"/>
          </ac:picMkLst>
        </pc:picChg>
      </pc:sldChg>
      <pc:sldChg chg="del ord">
        <pc:chgData name="Narvaiz, David" userId="c8d6af77-8848-4e82-9606-f6dc21726af4" providerId="ADAL" clId="{D39E25B3-DAF2-412B-9CFE-B673AC552019}" dt="2023-02-20T19:24:12.736" v="1648" actId="47"/>
        <pc:sldMkLst>
          <pc:docMk/>
          <pc:sldMk cId="0" sldId="286"/>
        </pc:sldMkLst>
      </pc:sldChg>
      <pc:sldChg chg="del ord">
        <pc:chgData name="Narvaiz, David" userId="c8d6af77-8848-4e82-9606-f6dc21726af4" providerId="ADAL" clId="{D39E25B3-DAF2-412B-9CFE-B673AC552019}" dt="2023-02-20T19:25:33.509" v="1655" actId="47"/>
        <pc:sldMkLst>
          <pc:docMk/>
          <pc:sldMk cId="0" sldId="287"/>
        </pc:sldMkLst>
      </pc:sldChg>
      <pc:sldChg chg="delSp modSp del mod ord">
        <pc:chgData name="Narvaiz, David" userId="c8d6af77-8848-4e82-9606-f6dc21726af4" providerId="ADAL" clId="{D39E25B3-DAF2-412B-9CFE-B673AC552019}" dt="2023-02-20T19:28:12.151" v="1685" actId="47"/>
        <pc:sldMkLst>
          <pc:docMk/>
          <pc:sldMk cId="0" sldId="288"/>
        </pc:sldMkLst>
        <pc:spChg chg="del mod">
          <ac:chgData name="Narvaiz, David" userId="c8d6af77-8848-4e82-9606-f6dc21726af4" providerId="ADAL" clId="{D39E25B3-DAF2-412B-9CFE-B673AC552019}" dt="2023-02-20T19:26:46.554" v="1666" actId="21"/>
          <ac:spMkLst>
            <pc:docMk/>
            <pc:sldMk cId="0" sldId="288"/>
            <ac:spMk id="2" creationId="{00000000-0000-0000-0000-000000000000}"/>
          </ac:spMkLst>
        </pc:spChg>
      </pc:sldChg>
      <pc:sldChg chg="addSp modSp mod ord">
        <pc:chgData name="Narvaiz, David" userId="c8d6af77-8848-4e82-9606-f6dc21726af4" providerId="ADAL" clId="{D39E25B3-DAF2-412B-9CFE-B673AC552019}" dt="2023-02-20T19:30:02.003" v="1709" actId="1036"/>
        <pc:sldMkLst>
          <pc:docMk/>
          <pc:sldMk cId="0" sldId="289"/>
        </pc:sldMkLst>
        <pc:spChg chg="mod">
          <ac:chgData name="Narvaiz, David" userId="c8d6af77-8848-4e82-9606-f6dc21726af4" providerId="ADAL" clId="{D39E25B3-DAF2-412B-9CFE-B673AC552019}" dt="2023-02-20T19:29:55.803" v="1702" actId="403"/>
          <ac:spMkLst>
            <pc:docMk/>
            <pc:sldMk cId="0" sldId="289"/>
            <ac:spMk id="3" creationId="{00000000-0000-0000-0000-000000000000}"/>
          </ac:spMkLst>
        </pc:spChg>
        <pc:spChg chg="add mod">
          <ac:chgData name="Narvaiz, David" userId="c8d6af77-8848-4e82-9606-f6dc21726af4" providerId="ADAL" clId="{D39E25B3-DAF2-412B-9CFE-B673AC552019}" dt="2023-02-20T19:30:02.003" v="1709" actId="1036"/>
          <ac:spMkLst>
            <pc:docMk/>
            <pc:sldMk cId="0" sldId="289"/>
            <ac:spMk id="4" creationId="{F2492366-A0C3-CD71-4FDE-A2A7ABC59E9D}"/>
          </ac:spMkLst>
        </pc:spChg>
      </pc:sldChg>
      <pc:sldChg chg="del ord">
        <pc:chgData name="Narvaiz, David" userId="c8d6af77-8848-4e82-9606-f6dc21726af4" providerId="ADAL" clId="{D39E25B3-DAF2-412B-9CFE-B673AC552019}" dt="2023-02-20T19:30:18.363" v="1710" actId="47"/>
        <pc:sldMkLst>
          <pc:docMk/>
          <pc:sldMk cId="0" sldId="290"/>
        </pc:sldMkLst>
      </pc:sldChg>
      <pc:sldChg chg="modSp mod ord">
        <pc:chgData name="Narvaiz, David" userId="c8d6af77-8848-4e82-9606-f6dc21726af4" providerId="ADAL" clId="{D39E25B3-DAF2-412B-9CFE-B673AC552019}" dt="2023-02-20T19:32:41.816" v="1711" actId="6549"/>
        <pc:sldMkLst>
          <pc:docMk/>
          <pc:sldMk cId="0" sldId="291"/>
        </pc:sldMkLst>
        <pc:spChg chg="mod">
          <ac:chgData name="Narvaiz, David" userId="c8d6af77-8848-4e82-9606-f6dc21726af4" providerId="ADAL" clId="{D39E25B3-DAF2-412B-9CFE-B673AC552019}" dt="2023-02-20T19:32:41.816" v="1711" actId="6549"/>
          <ac:spMkLst>
            <pc:docMk/>
            <pc:sldMk cId="0" sldId="291"/>
            <ac:spMk id="3" creationId="{00000000-0000-0000-0000-000000000000}"/>
          </ac:spMkLst>
        </pc:spChg>
      </pc:sldChg>
      <pc:sldChg chg="ord">
        <pc:chgData name="Narvaiz, David" userId="c8d6af77-8848-4e82-9606-f6dc21726af4" providerId="ADAL" clId="{D39E25B3-DAF2-412B-9CFE-B673AC552019}" dt="2023-02-20T18:55:26.539" v="1262"/>
        <pc:sldMkLst>
          <pc:docMk/>
          <pc:sldMk cId="0" sldId="292"/>
        </pc:sldMkLst>
      </pc:sldChg>
      <pc:sldChg chg="modSp mod ord">
        <pc:chgData name="Narvaiz, David" userId="c8d6af77-8848-4e82-9606-f6dc21726af4" providerId="ADAL" clId="{D39E25B3-DAF2-412B-9CFE-B673AC552019}" dt="2023-02-20T18:55:26.539" v="1262"/>
        <pc:sldMkLst>
          <pc:docMk/>
          <pc:sldMk cId="0" sldId="293"/>
        </pc:sldMkLst>
        <pc:spChg chg="mod">
          <ac:chgData name="Narvaiz, David" userId="c8d6af77-8848-4e82-9606-f6dc21726af4" providerId="ADAL" clId="{D39E25B3-DAF2-412B-9CFE-B673AC552019}" dt="2023-02-20T16:51:03.374" v="159" actId="6549"/>
          <ac:spMkLst>
            <pc:docMk/>
            <pc:sldMk cId="0" sldId="293"/>
            <ac:spMk id="3" creationId="{00000000-0000-0000-0000-000000000000}"/>
          </ac:spMkLst>
        </pc:spChg>
      </pc:sldChg>
      <pc:sldChg chg="addSp delSp modSp del mod delAnim">
        <pc:chgData name="Narvaiz, David" userId="c8d6af77-8848-4e82-9606-f6dc21726af4" providerId="ADAL" clId="{D39E25B3-DAF2-412B-9CFE-B673AC552019}" dt="2023-02-20T17:36:27.486" v="261" actId="2696"/>
        <pc:sldMkLst>
          <pc:docMk/>
          <pc:sldMk cId="2727863645" sldId="294"/>
        </pc:sldMkLst>
        <pc:spChg chg="add mod">
          <ac:chgData name="Narvaiz, David" userId="c8d6af77-8848-4e82-9606-f6dc21726af4" providerId="ADAL" clId="{D39E25B3-DAF2-412B-9CFE-B673AC552019}" dt="2023-02-20T17:23:46.629" v="260" actId="14100"/>
          <ac:spMkLst>
            <pc:docMk/>
            <pc:sldMk cId="2727863645" sldId="294"/>
            <ac:spMk id="3" creationId="{297973BA-DA16-E48F-8C92-50AB758F6366}"/>
          </ac:spMkLst>
        </pc:spChg>
        <pc:picChg chg="del">
          <ac:chgData name="Narvaiz, David" userId="c8d6af77-8848-4e82-9606-f6dc21726af4" providerId="ADAL" clId="{D39E25B3-DAF2-412B-9CFE-B673AC552019}" dt="2023-02-20T17:23:36.879" v="258" actId="478"/>
          <ac:picMkLst>
            <pc:docMk/>
            <pc:sldMk cId="2727863645" sldId="294"/>
            <ac:picMk id="6" creationId="{11B805A3-78CD-64FE-7A00-8767AA7F1B42}"/>
          </ac:picMkLst>
        </pc:picChg>
      </pc:sldChg>
      <pc:sldChg chg="addSp delSp modSp mod delAnim">
        <pc:chgData name="Narvaiz, David" userId="c8d6af77-8848-4e82-9606-f6dc21726af4" providerId="ADAL" clId="{D39E25B3-DAF2-412B-9CFE-B673AC552019}" dt="2023-02-20T18:34:31.239" v="1195" actId="14100"/>
        <pc:sldMkLst>
          <pc:docMk/>
          <pc:sldMk cId="317332581" sldId="295"/>
        </pc:sldMkLst>
        <pc:spChg chg="add mod">
          <ac:chgData name="Narvaiz, David" userId="c8d6af77-8848-4e82-9606-f6dc21726af4" providerId="ADAL" clId="{D39E25B3-DAF2-412B-9CFE-B673AC552019}" dt="2023-02-20T18:34:31.239" v="1195" actId="14100"/>
          <ac:spMkLst>
            <pc:docMk/>
            <pc:sldMk cId="317332581" sldId="295"/>
            <ac:spMk id="3" creationId="{AC1C904E-6C20-3272-8B1B-210F8DE1150B}"/>
          </ac:spMkLst>
        </pc:spChg>
        <pc:picChg chg="del">
          <ac:chgData name="Narvaiz, David" userId="c8d6af77-8848-4e82-9606-f6dc21726af4" providerId="ADAL" clId="{D39E25B3-DAF2-412B-9CFE-B673AC552019}" dt="2023-02-20T18:34:23.584" v="1192" actId="478"/>
          <ac:picMkLst>
            <pc:docMk/>
            <pc:sldMk cId="317332581" sldId="295"/>
            <ac:picMk id="4" creationId="{5FB6E524-1129-0182-4A41-A576C4DA0643}"/>
          </ac:picMkLst>
        </pc:picChg>
      </pc:sldChg>
      <pc:sldChg chg="addSp delSp modSp mod">
        <pc:chgData name="Narvaiz, David" userId="c8d6af77-8848-4e82-9606-f6dc21726af4" providerId="ADAL" clId="{D39E25B3-DAF2-412B-9CFE-B673AC552019}" dt="2023-02-20T18:52:23.745" v="1259" actId="1076"/>
        <pc:sldMkLst>
          <pc:docMk/>
          <pc:sldMk cId="2679604232" sldId="296"/>
        </pc:sldMkLst>
        <pc:picChg chg="del">
          <ac:chgData name="Narvaiz, David" userId="c8d6af77-8848-4e82-9606-f6dc21726af4" providerId="ADAL" clId="{D39E25B3-DAF2-412B-9CFE-B673AC552019}" dt="2023-02-20T18:52:10.048" v="1256" actId="478"/>
          <ac:picMkLst>
            <pc:docMk/>
            <pc:sldMk cId="2679604232" sldId="296"/>
            <ac:picMk id="4" creationId="{0FA8B671-7F5F-A7D8-8EE2-38F75B114B2A}"/>
          </ac:picMkLst>
        </pc:picChg>
        <pc:picChg chg="add mod">
          <ac:chgData name="Narvaiz, David" userId="c8d6af77-8848-4e82-9606-f6dc21726af4" providerId="ADAL" clId="{D39E25B3-DAF2-412B-9CFE-B673AC552019}" dt="2023-02-20T18:52:23.745" v="1259" actId="1076"/>
          <ac:picMkLst>
            <pc:docMk/>
            <pc:sldMk cId="2679604232" sldId="296"/>
            <ac:picMk id="5" creationId="{24398D4A-2B79-1C12-C955-0FDF9FA3C293}"/>
          </ac:picMkLst>
        </pc:picChg>
      </pc:sldChg>
      <pc:sldChg chg="addSp modSp mod ord">
        <pc:chgData name="Narvaiz, David" userId="c8d6af77-8848-4e82-9606-f6dc21726af4" providerId="ADAL" clId="{D39E25B3-DAF2-412B-9CFE-B673AC552019}" dt="2023-02-20T17:13:55.975" v="256" actId="313"/>
        <pc:sldMkLst>
          <pc:docMk/>
          <pc:sldMk cId="3759468403" sldId="297"/>
        </pc:sldMkLst>
        <pc:spChg chg="mod">
          <ac:chgData name="Narvaiz, David" userId="c8d6af77-8848-4e82-9606-f6dc21726af4" providerId="ADAL" clId="{D39E25B3-DAF2-412B-9CFE-B673AC552019}" dt="2023-02-20T17:13:55.975" v="256" actId="313"/>
          <ac:spMkLst>
            <pc:docMk/>
            <pc:sldMk cId="3759468403" sldId="297"/>
            <ac:spMk id="3" creationId="{00000000-0000-0000-0000-000000000000}"/>
          </ac:spMkLst>
        </pc:spChg>
        <pc:picChg chg="add mod">
          <ac:chgData name="Narvaiz, David" userId="c8d6af77-8848-4e82-9606-f6dc21726af4" providerId="ADAL" clId="{D39E25B3-DAF2-412B-9CFE-B673AC552019}" dt="2023-02-20T16:44:43.151" v="113"/>
          <ac:picMkLst>
            <pc:docMk/>
            <pc:sldMk cId="3759468403" sldId="297"/>
            <ac:picMk id="4" creationId="{91EE37CB-ED9F-AB9A-844B-899DA0DBCA24}"/>
          </ac:picMkLst>
        </pc:picChg>
      </pc:sldChg>
      <pc:sldChg chg="addSp delSp modSp mod ord delAnim">
        <pc:chgData name="Narvaiz, David" userId="c8d6af77-8848-4e82-9606-f6dc21726af4" providerId="ADAL" clId="{D39E25B3-DAF2-412B-9CFE-B673AC552019}" dt="2023-02-20T19:19:58.643" v="1617" actId="1076"/>
        <pc:sldMkLst>
          <pc:docMk/>
          <pc:sldMk cId="2579690083" sldId="298"/>
        </pc:sldMkLst>
        <pc:spChg chg="add mod">
          <ac:chgData name="Narvaiz, David" userId="c8d6af77-8848-4e82-9606-f6dc21726af4" providerId="ADAL" clId="{D39E25B3-DAF2-412B-9CFE-B673AC552019}" dt="2023-02-20T19:19:58.643" v="1617" actId="1076"/>
          <ac:spMkLst>
            <pc:docMk/>
            <pc:sldMk cId="2579690083" sldId="298"/>
            <ac:spMk id="3" creationId="{3A71B7AA-E94C-8879-EE20-152E766E1E28}"/>
          </ac:spMkLst>
        </pc:spChg>
        <pc:picChg chg="del">
          <ac:chgData name="Narvaiz, David" userId="c8d6af77-8848-4e82-9606-f6dc21726af4" providerId="ADAL" clId="{D39E25B3-DAF2-412B-9CFE-B673AC552019}" dt="2023-02-20T19:19:50.780" v="1613" actId="478"/>
          <ac:picMkLst>
            <pc:docMk/>
            <pc:sldMk cId="2579690083" sldId="298"/>
            <ac:picMk id="4" creationId="{689F0FF5-FBC5-71B5-19B9-30B735131BDE}"/>
          </ac:picMkLst>
        </pc:picChg>
      </pc:sldChg>
      <pc:sldChg chg="del ord">
        <pc:chgData name="Narvaiz, David" userId="c8d6af77-8848-4e82-9606-f6dc21726af4" providerId="ADAL" clId="{D39E25B3-DAF2-412B-9CFE-B673AC552019}" dt="2023-02-20T19:25:34.980" v="1656" actId="47"/>
        <pc:sldMkLst>
          <pc:docMk/>
          <pc:sldMk cId="2476515237" sldId="299"/>
        </pc:sldMkLst>
      </pc:sldChg>
      <pc:sldChg chg="delSp del mod ord">
        <pc:chgData name="Narvaiz, David" userId="c8d6af77-8848-4e82-9606-f6dc21726af4" providerId="ADAL" clId="{D39E25B3-DAF2-412B-9CFE-B673AC552019}" dt="2023-02-20T19:28:13.387" v="1686" actId="47"/>
        <pc:sldMkLst>
          <pc:docMk/>
          <pc:sldMk cId="1396967686" sldId="300"/>
        </pc:sldMkLst>
        <pc:picChg chg="del">
          <ac:chgData name="Narvaiz, David" userId="c8d6af77-8848-4e82-9606-f6dc21726af4" providerId="ADAL" clId="{D39E25B3-DAF2-412B-9CFE-B673AC552019}" dt="2023-02-20T19:28:00.552" v="1681" actId="21"/>
          <ac:picMkLst>
            <pc:docMk/>
            <pc:sldMk cId="1396967686" sldId="300"/>
            <ac:picMk id="4" creationId="{0E450A70-7E58-8736-8EEE-34465DEC1637}"/>
          </ac:picMkLst>
        </pc:picChg>
      </pc:sldChg>
      <pc:sldChg chg="new del ord">
        <pc:chgData name="Narvaiz, David" userId="c8d6af77-8848-4e82-9606-f6dc21726af4" providerId="ADAL" clId="{D39E25B3-DAF2-412B-9CFE-B673AC552019}" dt="2023-02-20T16:35:24.813" v="7" actId="2696"/>
        <pc:sldMkLst>
          <pc:docMk/>
          <pc:sldMk cId="8144896" sldId="301"/>
        </pc:sldMkLst>
      </pc:sldChg>
      <pc:sldChg chg="modSp add del mod ord">
        <pc:chgData name="Narvaiz, David" userId="c8d6af77-8848-4e82-9606-f6dc21726af4" providerId="ADAL" clId="{D39E25B3-DAF2-412B-9CFE-B673AC552019}" dt="2023-02-20T16:36:56.846" v="25" actId="2696"/>
        <pc:sldMkLst>
          <pc:docMk/>
          <pc:sldMk cId="2558284801" sldId="301"/>
        </pc:sldMkLst>
        <pc:picChg chg="mod">
          <ac:chgData name="Narvaiz, David" userId="c8d6af77-8848-4e82-9606-f6dc21726af4" providerId="ADAL" clId="{D39E25B3-DAF2-412B-9CFE-B673AC552019}" dt="2023-02-20T16:35:40.216" v="11" actId="1076"/>
          <ac:picMkLst>
            <pc:docMk/>
            <pc:sldMk cId="2558284801" sldId="301"/>
            <ac:picMk id="6" creationId="{16879999-27DA-6A47-FA48-1E6F7E891F09}"/>
          </ac:picMkLst>
        </pc:picChg>
      </pc:sldChg>
      <pc:sldChg chg="addSp delSp modSp new mod modClrScheme chgLayout">
        <pc:chgData name="Narvaiz, David" userId="c8d6af77-8848-4e82-9606-f6dc21726af4" providerId="ADAL" clId="{D39E25B3-DAF2-412B-9CFE-B673AC552019}" dt="2023-02-20T16:36:46.939" v="24" actId="20577"/>
        <pc:sldMkLst>
          <pc:docMk/>
          <pc:sldMk cId="2426096873" sldId="302"/>
        </pc:sldMkLst>
        <pc:spChg chg="del">
          <ac:chgData name="Narvaiz, David" userId="c8d6af77-8848-4e82-9606-f6dc21726af4" providerId="ADAL" clId="{D39E25B3-DAF2-412B-9CFE-B673AC552019}" dt="2023-02-20T16:35:58.783" v="15" actId="700"/>
          <ac:spMkLst>
            <pc:docMk/>
            <pc:sldMk cId="2426096873" sldId="302"/>
            <ac:spMk id="2" creationId="{AAAA5BEC-464C-4086-B6A0-2ED341CC5D0E}"/>
          </ac:spMkLst>
        </pc:spChg>
        <pc:spChg chg="add mod">
          <ac:chgData name="Narvaiz, David" userId="c8d6af77-8848-4e82-9606-f6dc21726af4" providerId="ADAL" clId="{D39E25B3-DAF2-412B-9CFE-B673AC552019}" dt="2023-02-20T16:36:14.632" v="18" actId="208"/>
          <ac:spMkLst>
            <pc:docMk/>
            <pc:sldMk cId="2426096873" sldId="302"/>
            <ac:spMk id="3" creationId="{7A33ED68-9178-8421-4BAF-A74BF0984C63}"/>
          </ac:spMkLst>
        </pc:spChg>
        <pc:spChg chg="add mod">
          <ac:chgData name="Narvaiz, David" userId="c8d6af77-8848-4e82-9606-f6dc21726af4" providerId="ADAL" clId="{D39E25B3-DAF2-412B-9CFE-B673AC552019}" dt="2023-02-20T16:36:19.192" v="20" actId="1076"/>
          <ac:spMkLst>
            <pc:docMk/>
            <pc:sldMk cId="2426096873" sldId="302"/>
            <ac:spMk id="4" creationId="{64A8D194-8267-EAA0-1B44-4A6513D4494B}"/>
          </ac:spMkLst>
        </pc:spChg>
        <pc:spChg chg="add mod">
          <ac:chgData name="Narvaiz, David" userId="c8d6af77-8848-4e82-9606-f6dc21726af4" providerId="ADAL" clId="{D39E25B3-DAF2-412B-9CFE-B673AC552019}" dt="2023-02-20T16:36:46.939" v="24" actId="20577"/>
          <ac:spMkLst>
            <pc:docMk/>
            <pc:sldMk cId="2426096873" sldId="302"/>
            <ac:spMk id="6" creationId="{5FC1EEDE-1D32-67A1-9247-3A14FF3CD045}"/>
          </ac:spMkLst>
        </pc:spChg>
        <pc:picChg chg="add mod">
          <ac:chgData name="Narvaiz, David" userId="c8d6af77-8848-4e82-9606-f6dc21726af4" providerId="ADAL" clId="{D39E25B3-DAF2-412B-9CFE-B673AC552019}" dt="2023-02-20T16:36:25.148" v="21"/>
          <ac:picMkLst>
            <pc:docMk/>
            <pc:sldMk cId="2426096873" sldId="302"/>
            <ac:picMk id="5" creationId="{F7C1EAEB-D50F-7B58-0724-68A95F6A9F84}"/>
          </ac:picMkLst>
        </pc:picChg>
      </pc:sldChg>
      <pc:sldChg chg="modSp add del mod">
        <pc:chgData name="Narvaiz, David" userId="c8d6af77-8848-4e82-9606-f6dc21726af4" providerId="ADAL" clId="{D39E25B3-DAF2-412B-9CFE-B673AC552019}" dt="2023-02-20T16:35:20.460" v="6"/>
        <pc:sldMkLst>
          <pc:docMk/>
          <pc:sldMk cId="2558284801" sldId="302"/>
        </pc:sldMkLst>
        <pc:picChg chg="mod">
          <ac:chgData name="Narvaiz, David" userId="c8d6af77-8848-4e82-9606-f6dc21726af4" providerId="ADAL" clId="{D39E25B3-DAF2-412B-9CFE-B673AC552019}" dt="2023-02-20T16:35:19.930" v="5" actId="1076"/>
          <ac:picMkLst>
            <pc:docMk/>
            <pc:sldMk cId="2558284801" sldId="302"/>
            <ac:picMk id="6" creationId="{16879999-27DA-6A47-FA48-1E6F7E891F09}"/>
          </ac:picMkLst>
        </pc:picChg>
      </pc:sldChg>
      <pc:sldChg chg="addSp delSp modSp add mod ord">
        <pc:chgData name="Narvaiz, David" userId="c8d6af77-8848-4e82-9606-f6dc21726af4" providerId="ADAL" clId="{D39E25B3-DAF2-412B-9CFE-B673AC552019}" dt="2023-02-20T19:34:48.154" v="1714" actId="21"/>
        <pc:sldMkLst>
          <pc:docMk/>
          <pc:sldMk cId="2635807547" sldId="303"/>
        </pc:sldMkLst>
        <pc:spChg chg="add del mod">
          <ac:chgData name="Narvaiz, David" userId="c8d6af77-8848-4e82-9606-f6dc21726af4" providerId="ADAL" clId="{D39E25B3-DAF2-412B-9CFE-B673AC552019}" dt="2023-02-20T19:34:48.154" v="1714" actId="21"/>
          <ac:spMkLst>
            <pc:docMk/>
            <pc:sldMk cId="2635807547" sldId="303"/>
            <ac:spMk id="6" creationId="{E05CA713-94CE-E4DA-2EAE-75F9EE8AF252}"/>
          </ac:spMkLst>
        </pc:spChg>
        <pc:picChg chg="add mod modCrop">
          <ac:chgData name="Narvaiz, David" userId="c8d6af77-8848-4e82-9606-f6dc21726af4" providerId="ADAL" clId="{D39E25B3-DAF2-412B-9CFE-B673AC552019}" dt="2023-02-20T16:55:41.406" v="168" actId="1076"/>
          <ac:picMkLst>
            <pc:docMk/>
            <pc:sldMk cId="2635807547" sldId="303"/>
            <ac:picMk id="4" creationId="{959650B7-3CF6-EE1C-D1E1-0727B56EA461}"/>
          </ac:picMkLst>
        </pc:picChg>
      </pc:sldChg>
      <pc:sldChg chg="addSp delSp modSp add mod ord">
        <pc:chgData name="Narvaiz, David" userId="c8d6af77-8848-4e82-9606-f6dc21726af4" providerId="ADAL" clId="{D39E25B3-DAF2-412B-9CFE-B673AC552019}" dt="2023-02-20T19:35:03.160" v="1717" actId="114"/>
        <pc:sldMkLst>
          <pc:docMk/>
          <pc:sldMk cId="1379235316" sldId="304"/>
        </pc:sldMkLst>
        <pc:spChg chg="add mod">
          <ac:chgData name="Narvaiz, David" userId="c8d6af77-8848-4e82-9606-f6dc21726af4" providerId="ADAL" clId="{D39E25B3-DAF2-412B-9CFE-B673AC552019}" dt="2023-02-20T19:35:03.160" v="1717" actId="114"/>
          <ac:spMkLst>
            <pc:docMk/>
            <pc:sldMk cId="1379235316" sldId="304"/>
            <ac:spMk id="5" creationId="{250AD2CA-AC65-7571-852E-CE02CC5A52E8}"/>
          </ac:spMkLst>
        </pc:spChg>
        <pc:picChg chg="del">
          <ac:chgData name="Narvaiz, David" userId="c8d6af77-8848-4e82-9606-f6dc21726af4" providerId="ADAL" clId="{D39E25B3-DAF2-412B-9CFE-B673AC552019}" dt="2023-02-20T16:56:20.758" v="170" actId="478"/>
          <ac:picMkLst>
            <pc:docMk/>
            <pc:sldMk cId="1379235316" sldId="304"/>
            <ac:picMk id="4" creationId="{959650B7-3CF6-EE1C-D1E1-0727B56EA461}"/>
          </ac:picMkLst>
        </pc:picChg>
        <pc:picChg chg="add mod">
          <ac:chgData name="Narvaiz, David" userId="c8d6af77-8848-4e82-9606-f6dc21726af4" providerId="ADAL" clId="{D39E25B3-DAF2-412B-9CFE-B673AC552019}" dt="2023-02-20T16:56:28.005" v="174" actId="1076"/>
          <ac:picMkLst>
            <pc:docMk/>
            <pc:sldMk cId="1379235316" sldId="304"/>
            <ac:picMk id="2050" creationId="{7EBB0157-AD6D-92A6-6A92-E78C8F1157DF}"/>
          </ac:picMkLst>
        </pc:picChg>
      </pc:sldChg>
      <pc:sldChg chg="modSp add mod ord">
        <pc:chgData name="Narvaiz, David" userId="c8d6af77-8848-4e82-9606-f6dc21726af4" providerId="ADAL" clId="{D39E25B3-DAF2-412B-9CFE-B673AC552019}" dt="2023-02-20T18:55:26.539" v="1262"/>
        <pc:sldMkLst>
          <pc:docMk/>
          <pc:sldMk cId="1187844157" sldId="305"/>
        </pc:sldMkLst>
        <pc:spChg chg="mod">
          <ac:chgData name="Narvaiz, David" userId="c8d6af77-8848-4e82-9606-f6dc21726af4" providerId="ADAL" clId="{D39E25B3-DAF2-412B-9CFE-B673AC552019}" dt="2023-02-20T16:56:52.146" v="176" actId="20577"/>
          <ac:spMkLst>
            <pc:docMk/>
            <pc:sldMk cId="1187844157" sldId="305"/>
            <ac:spMk id="3" creationId="{00000000-0000-0000-0000-000000000000}"/>
          </ac:spMkLst>
        </pc:spChg>
      </pc:sldChg>
      <pc:sldChg chg="modSp add mod">
        <pc:chgData name="Narvaiz, David" userId="c8d6af77-8848-4e82-9606-f6dc21726af4" providerId="ADAL" clId="{D39E25B3-DAF2-412B-9CFE-B673AC552019}" dt="2023-02-20T18:56:19.129" v="1349" actId="14100"/>
        <pc:sldMkLst>
          <pc:docMk/>
          <pc:sldMk cId="1318373426" sldId="306"/>
        </pc:sldMkLst>
        <pc:spChg chg="mod">
          <ac:chgData name="Narvaiz, David" userId="c8d6af77-8848-4e82-9606-f6dc21726af4" providerId="ADAL" clId="{D39E25B3-DAF2-412B-9CFE-B673AC552019}" dt="2023-02-20T17:03:36.568" v="207" actId="14100"/>
          <ac:spMkLst>
            <pc:docMk/>
            <pc:sldMk cId="1318373426" sldId="306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8:56:19.129" v="1349" actId="14100"/>
          <ac:spMkLst>
            <pc:docMk/>
            <pc:sldMk cId="1318373426" sldId="306"/>
            <ac:spMk id="3" creationId="{00000000-0000-0000-0000-000000000000}"/>
          </ac:spMkLst>
        </pc:spChg>
      </pc:sldChg>
      <pc:sldChg chg="modSp add mod ord">
        <pc:chgData name="Narvaiz, David" userId="c8d6af77-8848-4e82-9606-f6dc21726af4" providerId="ADAL" clId="{D39E25B3-DAF2-412B-9CFE-B673AC552019}" dt="2023-02-20T18:55:52.937" v="1302" actId="14100"/>
        <pc:sldMkLst>
          <pc:docMk/>
          <pc:sldMk cId="230624350" sldId="307"/>
        </pc:sldMkLst>
        <pc:spChg chg="mod">
          <ac:chgData name="Narvaiz, David" userId="c8d6af77-8848-4e82-9606-f6dc21726af4" providerId="ADAL" clId="{D39E25B3-DAF2-412B-9CFE-B673AC552019}" dt="2023-02-20T18:55:52.937" v="1302" actId="14100"/>
          <ac:spMkLst>
            <pc:docMk/>
            <pc:sldMk cId="230624350" sldId="307"/>
            <ac:spMk id="3" creationId="{00000000-0000-0000-0000-000000000000}"/>
          </ac:spMkLst>
        </pc:spChg>
      </pc:sldChg>
      <pc:sldChg chg="modSp add mod">
        <pc:chgData name="Narvaiz, David" userId="c8d6af77-8848-4e82-9606-f6dc21726af4" providerId="ADAL" clId="{D39E25B3-DAF2-412B-9CFE-B673AC552019}" dt="2023-02-20T17:12:26.314" v="240" actId="20577"/>
        <pc:sldMkLst>
          <pc:docMk/>
          <pc:sldMk cId="664164195" sldId="308"/>
        </pc:sldMkLst>
        <pc:spChg chg="mod">
          <ac:chgData name="Narvaiz, David" userId="c8d6af77-8848-4e82-9606-f6dc21726af4" providerId="ADAL" clId="{D39E25B3-DAF2-412B-9CFE-B673AC552019}" dt="2023-02-20T17:12:26.314" v="240" actId="20577"/>
          <ac:spMkLst>
            <pc:docMk/>
            <pc:sldMk cId="664164195" sldId="308"/>
            <ac:spMk id="3" creationId="{00000000-0000-0000-0000-000000000000}"/>
          </ac:spMkLst>
        </pc:spChg>
      </pc:sldChg>
      <pc:sldChg chg="addSp modSp add mod">
        <pc:chgData name="Narvaiz, David" userId="c8d6af77-8848-4e82-9606-f6dc21726af4" providerId="ADAL" clId="{D39E25B3-DAF2-412B-9CFE-B673AC552019}" dt="2023-02-20T18:49:43.096" v="1251" actId="14100"/>
        <pc:sldMkLst>
          <pc:docMk/>
          <pc:sldMk cId="1588001377" sldId="309"/>
        </pc:sldMkLst>
        <pc:spChg chg="add mod">
          <ac:chgData name="Narvaiz, David" userId="c8d6af77-8848-4e82-9606-f6dc21726af4" providerId="ADAL" clId="{D39E25B3-DAF2-412B-9CFE-B673AC552019}" dt="2023-02-20T18:49:43.096" v="1251" actId="14100"/>
          <ac:spMkLst>
            <pc:docMk/>
            <pc:sldMk cId="1588001377" sldId="309"/>
            <ac:spMk id="3" creationId="{D50153AB-55B9-7661-4E66-10DA9373EE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7E8F0-C0DB-4D1B-9B0F-2E52D2CB2408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27BEA-6C28-4B44-BE21-0489CD2C5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0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27BEA-6C28-4B44-BE21-0489CD2C52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64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X-ray source emits rays toward an array of detectors that provides data regarding density values. Using a mathematical technique called Filtered Back Projections, a computer can assign colors to specific densities.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27BEA-6C28-4B44-BE21-0489CD2C52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1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at bottom right shows CT scan of brain cancer patient before and after iodinated contrast. Tumors highly vascularized, so shows up bright white after IV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27BEA-6C28-4B44-BE21-0489CD2C52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6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7" y="207263"/>
            <a:ext cx="9656064" cy="735787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734" y="1000026"/>
            <a:ext cx="8222742" cy="3316224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6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0363" y="4385587"/>
            <a:ext cx="7233485" cy="1573254"/>
          </a:xfrm>
        </p:spPr>
        <p:txBody>
          <a:bodyPr>
            <a:normAutofit/>
          </a:bodyPr>
          <a:lstStyle>
            <a:lvl1pPr marL="0" indent="0" algn="ctr">
              <a:spcBef>
                <a:spcPts val="1100"/>
              </a:spcBef>
              <a:buNone/>
              <a:defRPr sz="1980">
                <a:solidFill>
                  <a:srgbClr val="FFFFFF"/>
                </a:solidFill>
              </a:defRPr>
            </a:lvl1pPr>
            <a:lvl2pPr marL="377190" indent="0" algn="ctr">
              <a:buNone/>
              <a:defRPr sz="1980"/>
            </a:lvl2pPr>
            <a:lvl3pPr marL="754380" indent="0" algn="ctr">
              <a:buNone/>
              <a:defRPr sz="1980"/>
            </a:lvl3pPr>
            <a:lvl4pPr marL="1131570" indent="0" algn="ctr">
              <a:buNone/>
              <a:defRPr sz="1650"/>
            </a:lvl4pPr>
            <a:lvl5pPr marL="1508760" indent="0" algn="ctr">
              <a:buNone/>
              <a:defRPr sz="1650"/>
            </a:lvl5pPr>
            <a:lvl6pPr marL="1885950" indent="0" algn="ctr">
              <a:buNone/>
              <a:defRPr sz="1650"/>
            </a:lvl6pPr>
            <a:lvl7pPr marL="2263140" indent="0" algn="ctr">
              <a:buNone/>
              <a:defRPr sz="1650"/>
            </a:lvl7pPr>
            <a:lvl8pPr marL="2640330" indent="0" algn="ctr">
              <a:buNone/>
              <a:defRPr sz="1650"/>
            </a:lvl8pPr>
            <a:lvl9pPr marL="3017520" indent="0" algn="ctr">
              <a:buNone/>
              <a:defRPr sz="16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632395" y="4231640"/>
            <a:ext cx="67894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522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1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4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00" y="1330052"/>
            <a:ext cx="8222742" cy="3316224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691" y="4708456"/>
            <a:ext cx="7234504" cy="1545647"/>
          </a:xfrm>
        </p:spPr>
        <p:txBody>
          <a:bodyPr anchor="t">
            <a:normAutofit/>
          </a:bodyPr>
          <a:lstStyle>
            <a:lvl1pPr marL="0" indent="0" algn="ctr">
              <a:buNone/>
              <a:defRPr sz="1980">
                <a:solidFill>
                  <a:schemeClr val="accent1"/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634491" y="4556462"/>
            <a:ext cx="67894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7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331719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0780" y="2331720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52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268379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3084347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2068" y="2265570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72068" y="3081898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3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6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3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245" y="1243584"/>
            <a:ext cx="4564602" cy="528523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3162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05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21018" y="1212494"/>
            <a:ext cx="4683473" cy="5264507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31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2644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0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9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63600"/>
            <a:ext cx="1917383" cy="61315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863600"/>
            <a:ext cx="6129338" cy="61315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87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2408" y="1853045"/>
            <a:ext cx="4138295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rgbClr val="006633"/>
                </a:solidFill>
                <a:latin typeface="Garamond"/>
                <a:cs typeface="Garamon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15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8" y="207264"/>
            <a:ext cx="9656064" cy="735787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690880"/>
            <a:ext cx="8147304" cy="153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7" y="2331720"/>
            <a:ext cx="8145118" cy="4577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2" y="7053674"/>
            <a:ext cx="1921487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8048" y="7053674"/>
            <a:ext cx="3892164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864" y="7053674"/>
            <a:ext cx="1407629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6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8595" indent="-150876" algn="l" defTabSz="754380" rtl="0" eaLnBrk="1" latinLnBrk="0" hangingPunct="1">
        <a:lnSpc>
          <a:spcPct val="90000"/>
        </a:lnSpc>
        <a:spcBef>
          <a:spcPts val="11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77190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98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03504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7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29818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12132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1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3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5dolQ-Pzdw&amp;t=37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1CGzk-nV06g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ABE273-A57A-4523-99C5-F4D7F4511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A15CF5-392D-404A-8095-DD2085F2F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46030" y="789577"/>
            <a:ext cx="2945671" cy="611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914400"/>
            <a:r>
              <a:rPr lang="en-US" sz="8000" spc="-10" dirty="0">
                <a:solidFill>
                  <a:srgbClr val="FFFFFF"/>
                </a:solidFill>
                <a:latin typeface="+mj-lt"/>
                <a:cs typeface="+mj-cs"/>
              </a:rPr>
              <a:t>Lab 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0F74E7-7AA9-4171-BCD1-C325B7632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839419" y="2328802"/>
            <a:ext cx="0" cy="31089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 txBox="1"/>
          <p:nvPr/>
        </p:nvSpPr>
        <p:spPr>
          <a:xfrm>
            <a:off x="4187137" y="690880"/>
            <a:ext cx="5246199" cy="6217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182880" defTabSz="91440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</a:rPr>
              <a:t>Finding neurological clues</a:t>
            </a:r>
          </a:p>
        </p:txBody>
      </p:sp>
    </p:spTree>
    <p:extLst>
      <p:ext uri="{BB962C8B-B14F-4D97-AF65-F5344CB8AC3E}">
        <p14:creationId xmlns:p14="http://schemas.microsoft.com/office/powerpoint/2010/main" val="1318373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362908"/>
            <a:ext cx="8147304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Neurological</a:t>
            </a:r>
            <a:r>
              <a:rPr spc="-250" dirty="0"/>
              <a:t> </a:t>
            </a:r>
            <a:r>
              <a:rPr spc="-20" dirty="0"/>
              <a:t>Exam</a:t>
            </a:r>
            <a:r>
              <a:rPr lang="en-US" spc="-20" dirty="0"/>
              <a:t>: A</a:t>
            </a:r>
            <a:r>
              <a:rPr lang="en-US" dirty="0"/>
              <a:t> kind of quick exam (before ordering a CT/MRI) you might give in order to discern where damage is</a:t>
            </a:r>
            <a:endParaRPr spc="-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8147304" cy="1537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Neurological</a:t>
            </a:r>
            <a:r>
              <a:rPr spc="-250" dirty="0"/>
              <a:t> </a:t>
            </a:r>
            <a:r>
              <a:rPr spc="-20" dirty="0"/>
              <a:t>Exam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8" y="1402581"/>
            <a:ext cx="4281932" cy="59888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buClr>
                <a:srgbClr val="CC9900"/>
              </a:buClr>
              <a:buSzPct val="68000"/>
              <a:tabLst>
                <a:tab pos="375920" algn="l"/>
                <a:tab pos="376555" algn="l"/>
              </a:tabLst>
            </a:pPr>
            <a:r>
              <a:rPr sz="2500" dirty="0">
                <a:latin typeface="Arial"/>
                <a:cs typeface="Arial"/>
              </a:rPr>
              <a:t>Mental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Status</a:t>
            </a:r>
            <a:r>
              <a:rPr sz="2500" spc="10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–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alert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&amp;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oriented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10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person,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place,</a:t>
            </a:r>
            <a:r>
              <a:rPr sz="2500" spc="8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time</a:t>
            </a:r>
            <a:r>
              <a:rPr lang="en-US" sz="2500" spc="-20" dirty="0">
                <a:latin typeface="Arial"/>
                <a:cs typeface="Arial"/>
              </a:rPr>
              <a:t>, event; Glasgow Coma Scale</a:t>
            </a:r>
            <a:endParaRPr sz="2500" dirty="0">
              <a:latin typeface="Arial"/>
              <a:cs typeface="Arial"/>
            </a:endParaRPr>
          </a:p>
          <a:p>
            <a:pPr marL="12065" marR="5080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8000"/>
              <a:tabLst>
                <a:tab pos="375920" algn="l"/>
                <a:tab pos="376555" algn="l"/>
              </a:tabLst>
            </a:pPr>
            <a:r>
              <a:rPr sz="2500" dirty="0">
                <a:latin typeface="Arial"/>
                <a:cs typeface="Arial"/>
              </a:rPr>
              <a:t>Motor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Exam</a:t>
            </a:r>
            <a:r>
              <a:rPr sz="2500" spc="17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–</a:t>
            </a:r>
            <a:r>
              <a:rPr sz="2500" spc="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observation,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inspection,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palpation,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muscle </a:t>
            </a:r>
            <a:r>
              <a:rPr sz="2500" dirty="0">
                <a:latin typeface="Arial"/>
                <a:cs typeface="Arial"/>
              </a:rPr>
              <a:t>tone,</a:t>
            </a:r>
            <a:r>
              <a:rPr sz="2500" spc="1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function,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15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strength</a:t>
            </a:r>
            <a:r>
              <a:rPr sz="2500" spc="15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individual</a:t>
            </a:r>
            <a:r>
              <a:rPr sz="2500" spc="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muscle</a:t>
            </a:r>
            <a:r>
              <a:rPr sz="2500" spc="15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groups</a:t>
            </a: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8000"/>
              <a:tabLst>
                <a:tab pos="375920" algn="l"/>
                <a:tab pos="376555" algn="l"/>
              </a:tabLst>
            </a:pPr>
            <a:r>
              <a:rPr sz="2500" dirty="0">
                <a:latin typeface="Arial"/>
                <a:cs typeface="Arial"/>
              </a:rPr>
              <a:t>Reflexes</a:t>
            </a:r>
            <a:r>
              <a:rPr sz="2500" spc="9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–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deep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tendon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&amp;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plantar</a:t>
            </a:r>
            <a:r>
              <a:rPr sz="2500" spc="9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response</a:t>
            </a: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8000"/>
              <a:tabLst>
                <a:tab pos="375920" algn="l"/>
                <a:tab pos="376555" algn="l"/>
              </a:tabLst>
            </a:pPr>
            <a:r>
              <a:rPr sz="2500" dirty="0">
                <a:latin typeface="Arial"/>
                <a:cs typeface="Arial"/>
              </a:rPr>
              <a:t>Coordination</a:t>
            </a:r>
            <a:r>
              <a:rPr sz="2500" spc="17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180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Gait</a:t>
            </a: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8000"/>
              <a:tabLst>
                <a:tab pos="375920" algn="l"/>
                <a:tab pos="376555" algn="l"/>
              </a:tabLst>
            </a:pPr>
            <a:r>
              <a:rPr sz="2500" dirty="0">
                <a:latin typeface="Arial"/>
                <a:cs typeface="Arial"/>
              </a:rPr>
              <a:t>Sensory</a:t>
            </a:r>
            <a:r>
              <a:rPr sz="2500" spc="17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Exam</a:t>
            </a:r>
            <a:endParaRPr lang="en-US" sz="2500" spc="-20" dirty="0">
              <a:latin typeface="Arial"/>
              <a:cs typeface="Arial"/>
            </a:endParaRPr>
          </a:p>
          <a:p>
            <a:pPr marL="12700">
              <a:spcBef>
                <a:spcPts val="695"/>
              </a:spcBef>
              <a:buClr>
                <a:srgbClr val="CC9900"/>
              </a:buClr>
              <a:buSzPct val="68000"/>
              <a:tabLst>
                <a:tab pos="375920" algn="l"/>
                <a:tab pos="376555" algn="l"/>
              </a:tabLst>
            </a:pPr>
            <a:r>
              <a:rPr lang="en-US" sz="2500" dirty="0">
                <a:latin typeface="Arial"/>
                <a:cs typeface="Arial"/>
              </a:rPr>
              <a:t>Cranial</a:t>
            </a:r>
            <a:r>
              <a:rPr lang="en-US" sz="2500" spc="140" dirty="0">
                <a:latin typeface="Arial"/>
                <a:cs typeface="Arial"/>
              </a:rPr>
              <a:t> </a:t>
            </a:r>
            <a:r>
              <a:rPr lang="en-US" sz="2500" dirty="0">
                <a:latin typeface="Arial"/>
                <a:cs typeface="Arial"/>
              </a:rPr>
              <a:t>Nerve</a:t>
            </a:r>
            <a:r>
              <a:rPr lang="en-US" sz="2500" spc="155" dirty="0">
                <a:latin typeface="Arial"/>
                <a:cs typeface="Arial"/>
              </a:rPr>
              <a:t> </a:t>
            </a:r>
            <a:r>
              <a:rPr lang="en-US" sz="2500" spc="-20" dirty="0">
                <a:latin typeface="Arial"/>
                <a:cs typeface="Arial"/>
              </a:rPr>
              <a:t>Exam</a:t>
            </a:r>
            <a:endParaRPr lang="en-US" sz="2500" dirty="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8000"/>
              <a:buFont typeface="MS PGothic"/>
              <a:buChar char="■"/>
              <a:tabLst>
                <a:tab pos="375920" algn="l"/>
                <a:tab pos="376555" algn="l"/>
              </a:tabLst>
            </a:pPr>
            <a:endParaRPr sz="2500" dirty="0">
              <a:latin typeface="Arial"/>
              <a:cs typeface="Arial"/>
            </a:endParaRPr>
          </a:p>
        </p:txBody>
      </p:sp>
      <p:pic>
        <p:nvPicPr>
          <p:cNvPr id="4" name="Picture 4" descr="Glasgow coma scale. | Download Table">
            <a:extLst>
              <a:ext uri="{FF2B5EF4-FFF2-40B4-BE49-F238E27FC236}">
                <a16:creationId xmlns:a16="http://schemas.microsoft.com/office/drawing/2014/main" id="{91EE37CB-ED9F-AB9A-844B-899DA0DBC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066800"/>
            <a:ext cx="4142154" cy="538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46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71B7AA-E94C-8879-EE20-152E766E1E28}"/>
              </a:ext>
            </a:extLst>
          </p:cNvPr>
          <p:cNvSpPr txBox="1"/>
          <p:nvPr/>
        </p:nvSpPr>
        <p:spPr>
          <a:xfrm>
            <a:off x="2057400" y="3563034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https://www.youtube.com/watch?v=t5dolQ-Pzdw&amp;t=37s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69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995" y="304800"/>
            <a:ext cx="8147304" cy="1537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Intracranial</a:t>
            </a:r>
            <a:r>
              <a:rPr spc="-165" dirty="0"/>
              <a:t> </a:t>
            </a:r>
            <a:r>
              <a:rPr dirty="0"/>
              <a:t>Mass</a:t>
            </a:r>
            <a:r>
              <a:rPr spc="-155" dirty="0"/>
              <a:t> </a:t>
            </a:r>
            <a:r>
              <a:rPr spc="-10" dirty="0"/>
              <a:t>Lesion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8" y="1485761"/>
            <a:ext cx="8241030" cy="329962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>
              <a:lnSpc>
                <a:spcPct val="100200"/>
              </a:lnSpc>
              <a:spcBef>
                <a:spcPts val="9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2400" dirty="0">
                <a:latin typeface="Arial"/>
                <a:cs typeface="Arial"/>
              </a:rPr>
              <a:t>Anything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abnormal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occupies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volume </a:t>
            </a:r>
            <a:r>
              <a:rPr sz="2400" dirty="0">
                <a:latin typeface="Arial"/>
                <a:cs typeface="Arial"/>
              </a:rPr>
              <a:t>within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cranial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vault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(tumor,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hemorrhage,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abscess, </a:t>
            </a:r>
            <a:r>
              <a:rPr sz="2400" dirty="0">
                <a:latin typeface="Arial"/>
                <a:cs typeface="Arial"/>
              </a:rPr>
              <a:t>edema,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hydrocephalus)</a:t>
            </a:r>
            <a:endParaRPr lang="en-US" sz="2400" spc="-10" dirty="0">
              <a:latin typeface="Arial"/>
              <a:cs typeface="Arial"/>
            </a:endParaRPr>
          </a:p>
          <a:p>
            <a:pPr marL="12065" marR="5080">
              <a:lnSpc>
                <a:spcPct val="100200"/>
              </a:lnSpc>
              <a:spcBef>
                <a:spcPts val="9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lang="en-US" sz="240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ymptoms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signs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by:</a:t>
            </a:r>
            <a:endParaRPr sz="2400" dirty="0">
              <a:latin typeface="Arial"/>
              <a:cs typeface="Arial"/>
            </a:endParaRPr>
          </a:p>
          <a:p>
            <a:pPr marL="834390" lvl="1" indent="-457200">
              <a:lnSpc>
                <a:spcPct val="100000"/>
              </a:lnSpc>
              <a:spcBef>
                <a:spcPts val="570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sz="2400" spc="-20" dirty="0">
                <a:latin typeface="Arial"/>
                <a:cs typeface="Arial"/>
              </a:rPr>
              <a:t>Compression/destruction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adjacent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regions</a:t>
            </a:r>
            <a:endParaRPr sz="2400" dirty="0">
              <a:latin typeface="Arial"/>
              <a:cs typeface="Arial"/>
            </a:endParaRPr>
          </a:p>
          <a:p>
            <a:pPr marL="834390" lvl="1" indent="-457200">
              <a:lnSpc>
                <a:spcPct val="100000"/>
              </a:lnSpc>
              <a:spcBef>
                <a:spcPts val="625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sz="2400" spc="-10" dirty="0">
                <a:latin typeface="Arial"/>
                <a:cs typeface="Arial"/>
              </a:rPr>
              <a:t>Increasing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intracranial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pressure</a:t>
            </a:r>
            <a:endParaRPr sz="2400" dirty="0">
              <a:latin typeface="Arial"/>
              <a:cs typeface="Arial"/>
            </a:endParaRPr>
          </a:p>
          <a:p>
            <a:pPr marL="834390" lvl="1" indent="-457200">
              <a:lnSpc>
                <a:spcPct val="100000"/>
              </a:lnSpc>
              <a:spcBef>
                <a:spcPts val="645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sz="2400" spc="-10" dirty="0">
                <a:latin typeface="Arial"/>
                <a:cs typeface="Arial"/>
              </a:rPr>
              <a:t>Herniation:</a:t>
            </a:r>
            <a:r>
              <a:rPr lang="en-US"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Severe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displacement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structures,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shift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one </a:t>
            </a:r>
            <a:r>
              <a:rPr sz="2400" dirty="0">
                <a:latin typeface="Arial"/>
                <a:cs typeface="Arial"/>
              </a:rPr>
              <a:t>compartment</a:t>
            </a:r>
            <a:r>
              <a:rPr sz="2400" spc="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another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700" y="1600200"/>
            <a:ext cx="8763000" cy="386003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1143000">
              <a:lnSpc>
                <a:spcPts val="3820"/>
              </a:lnSpc>
              <a:spcBef>
                <a:spcPts val="24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lang="en-US" sz="3200" dirty="0">
                <a:latin typeface="Arial"/>
                <a:cs typeface="Arial"/>
              </a:rPr>
              <a:t>The l</a:t>
            </a:r>
            <a:r>
              <a:rPr sz="3200" dirty="0">
                <a:latin typeface="Arial"/>
                <a:cs typeface="Arial"/>
              </a:rPr>
              <a:t>ocation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mass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lesion</a:t>
            </a:r>
            <a:r>
              <a:rPr lang="en-US" sz="3200" spc="-7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determines</a:t>
            </a:r>
            <a:r>
              <a:rPr lang="en-US" sz="3200" spc="-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symptoms</a:t>
            </a:r>
            <a:endParaRPr sz="3200" dirty="0">
              <a:latin typeface="Arial"/>
              <a:cs typeface="Arial"/>
            </a:endParaRPr>
          </a:p>
          <a:p>
            <a:pPr marL="834390" lvl="1" indent="-457200">
              <a:lnSpc>
                <a:spcPct val="100000"/>
              </a:lnSpc>
              <a:spcBef>
                <a:spcPts val="420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r>
              <a:rPr sz="2400" b="1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motor</a:t>
            </a:r>
            <a:r>
              <a:rPr sz="2400"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cortex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u="sng" dirty="0">
                <a:latin typeface="Arial" panose="020B0604020202020204" pitchFamily="34" charset="0"/>
                <a:cs typeface="Arial" panose="020B0604020202020204" pitchFamily="34" charset="0"/>
              </a:rPr>
              <a:t>contralateral</a:t>
            </a:r>
            <a:r>
              <a:rPr sz="240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34390" lvl="1" indent="-457200">
              <a:lnSpc>
                <a:spcPct val="100000"/>
              </a:lnSpc>
              <a:spcBef>
                <a:spcPts val="530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Blood</a:t>
            </a:r>
            <a:r>
              <a:rPr sz="2400" b="1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vessels</a:t>
            </a:r>
            <a:r>
              <a:rPr sz="2400" b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(distortion,</a:t>
            </a:r>
            <a:r>
              <a:rPr sz="24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irritation):headache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34390" lvl="1" indent="-457200">
              <a:lnSpc>
                <a:spcPct val="100000"/>
              </a:lnSpc>
              <a:spcBef>
                <a:spcPts val="555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Ventricular</a:t>
            </a:r>
            <a:r>
              <a:rPr sz="2400" b="1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  <a:r>
              <a:rPr lang="en-US"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(obstruction of CSF flow, hydrocephalus):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Nausea and vomiting, blurred / double vision and/or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unstable balance, poor coordination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34390" lvl="1" indent="-457200">
              <a:lnSpc>
                <a:spcPct val="100000"/>
              </a:lnSpc>
              <a:spcBef>
                <a:spcPts val="630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sz="2400" b="1" spc="-20" dirty="0">
                <a:latin typeface="Arial" panose="020B0604020202020204" pitchFamily="34" charset="0"/>
                <a:cs typeface="Arial" panose="020B0604020202020204" pitchFamily="34" charset="0"/>
              </a:rPr>
              <a:t>Displacement/stretching</a:t>
            </a:r>
            <a:r>
              <a:rPr sz="24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upper</a:t>
            </a:r>
            <a:r>
              <a:rPr sz="24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20" dirty="0">
                <a:latin typeface="Arial" panose="020B0604020202020204" pitchFamily="34" charset="0"/>
                <a:cs typeface="Arial" panose="020B0604020202020204" pitchFamily="34" charset="0"/>
              </a:rPr>
              <a:t>brainste</a:t>
            </a:r>
            <a:r>
              <a:rPr lang="en-US" sz="2400" b="1" spc="-20" dirty="0">
                <a:latin typeface="Arial" panose="020B0604020202020204" pitchFamily="34" charset="0"/>
                <a:cs typeface="Arial" panose="020B0604020202020204" pitchFamily="34" charset="0"/>
              </a:rPr>
              <a:t>m: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Impaired</a:t>
            </a:r>
            <a:r>
              <a:rPr sz="240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consciousness,</a:t>
            </a:r>
            <a:r>
              <a:rPr sz="240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coma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268" y="755223"/>
            <a:ext cx="687273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Intracranial</a:t>
            </a:r>
            <a:r>
              <a:rPr spc="-165" dirty="0"/>
              <a:t> </a:t>
            </a:r>
            <a:r>
              <a:rPr dirty="0"/>
              <a:t>Mass</a:t>
            </a:r>
            <a:r>
              <a:rPr lang="en-US" spc="-155" dirty="0"/>
              <a:t> </a:t>
            </a:r>
            <a:r>
              <a:rPr spc="-10" dirty="0"/>
              <a:t>Lesion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397118"/>
            <a:ext cx="732993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Elevated</a:t>
            </a:r>
            <a:r>
              <a:rPr spc="-210" dirty="0"/>
              <a:t> </a:t>
            </a:r>
            <a:r>
              <a:rPr dirty="0"/>
              <a:t>Intracranial</a:t>
            </a:r>
            <a:r>
              <a:rPr spc="-180" dirty="0"/>
              <a:t> </a:t>
            </a:r>
            <a:r>
              <a:rPr spc="-10" dirty="0"/>
              <a:t>Pressure</a:t>
            </a:r>
            <a:r>
              <a:rPr lang="en-US" spc="-10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47268" y="1259701"/>
            <a:ext cx="8260080" cy="48814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buClr>
                <a:srgbClr val="CC9900"/>
              </a:buClr>
              <a:buSzPct val="66666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Can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lead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decreased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CSF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flow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brain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ischemia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  <a:buClr>
                <a:srgbClr val="CC9900"/>
              </a:buClr>
              <a:buSzPct val="66666"/>
              <a:tabLst>
                <a:tab pos="375920" algn="l"/>
                <a:tab pos="376555" algn="l"/>
              </a:tabLst>
            </a:pPr>
            <a:endParaRPr lang="en-US"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  <a:buClr>
                <a:srgbClr val="CC9900"/>
              </a:buClr>
              <a:buSzPct val="66666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Symptoms</a:t>
            </a:r>
            <a:r>
              <a:rPr sz="2100" spc="6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increased</a:t>
            </a:r>
            <a:r>
              <a:rPr sz="2100" spc="6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intracranial</a:t>
            </a:r>
            <a:r>
              <a:rPr sz="2100" spc="6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pressure</a:t>
            </a:r>
            <a:endParaRPr sz="2100" dirty="0">
              <a:latin typeface="Arial"/>
              <a:cs typeface="Arial"/>
            </a:endParaRPr>
          </a:p>
          <a:p>
            <a:pPr marL="663575" indent="-285750">
              <a:lnSpc>
                <a:spcPct val="100000"/>
              </a:lnSpc>
              <a:spcBef>
                <a:spcPts val="28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100" spc="-10" dirty="0">
                <a:latin typeface="Arial"/>
                <a:cs typeface="Arial"/>
              </a:rPr>
              <a:t>Headache</a:t>
            </a:r>
            <a:r>
              <a:rPr lang="en-US" sz="2100" spc="-10" dirty="0">
                <a:latin typeface="Arial"/>
                <a:cs typeface="Arial"/>
              </a:rPr>
              <a:t>: </a:t>
            </a:r>
            <a:r>
              <a:rPr sz="2100" dirty="0">
                <a:latin typeface="Arial"/>
                <a:cs typeface="Arial"/>
              </a:rPr>
              <a:t>Better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evening,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increases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overnight,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worse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morning</a:t>
            </a:r>
            <a:endParaRPr sz="2100" dirty="0">
              <a:latin typeface="Arial"/>
              <a:cs typeface="Arial"/>
            </a:endParaRPr>
          </a:p>
          <a:p>
            <a:pPr marL="663575" indent="-285750">
              <a:lnSpc>
                <a:spcPct val="10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100" dirty="0">
                <a:latin typeface="Arial"/>
                <a:cs typeface="Arial"/>
              </a:rPr>
              <a:t>Altered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mental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status</a:t>
            </a:r>
            <a:r>
              <a:rPr lang="en-US" sz="2100" spc="-10" dirty="0">
                <a:latin typeface="Arial"/>
                <a:cs typeface="Arial"/>
              </a:rPr>
              <a:t>: </a:t>
            </a:r>
            <a:r>
              <a:rPr sz="2100" dirty="0">
                <a:latin typeface="Arial"/>
                <a:cs typeface="Arial"/>
              </a:rPr>
              <a:t>Irritability,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depressed</a:t>
            </a:r>
            <a:r>
              <a:rPr sz="2100" spc="6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alertness</a:t>
            </a:r>
            <a:r>
              <a:rPr sz="2100" spc="6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7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attention</a:t>
            </a:r>
            <a:endParaRPr lang="en-US" sz="2100" dirty="0">
              <a:latin typeface="Arial"/>
              <a:cs typeface="Arial"/>
            </a:endParaRPr>
          </a:p>
          <a:p>
            <a:pPr marL="663575" indent="-285750">
              <a:lnSpc>
                <a:spcPct val="10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100" spc="-10" dirty="0">
                <a:latin typeface="Arial"/>
                <a:cs typeface="Arial"/>
              </a:rPr>
              <a:t>Vomiting</a:t>
            </a:r>
            <a:r>
              <a:rPr lang="en-US" sz="2100" spc="-10" dirty="0">
                <a:latin typeface="Arial"/>
                <a:cs typeface="Arial"/>
              </a:rPr>
              <a:t>: </a:t>
            </a:r>
            <a:r>
              <a:rPr sz="2100" dirty="0">
                <a:latin typeface="Arial"/>
                <a:cs typeface="Arial"/>
              </a:rPr>
              <a:t>Often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suddenly,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w/o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nausea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(aka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projectile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vomiting)</a:t>
            </a:r>
            <a:endParaRPr lang="en-US" sz="2100" dirty="0">
              <a:latin typeface="Arial"/>
              <a:cs typeface="Arial"/>
            </a:endParaRPr>
          </a:p>
          <a:p>
            <a:pPr marL="663575" indent="-285750">
              <a:lnSpc>
                <a:spcPct val="10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100" spc="-10" dirty="0">
                <a:latin typeface="Arial"/>
                <a:cs typeface="Arial"/>
              </a:rPr>
              <a:t>Papilledema</a:t>
            </a:r>
            <a:r>
              <a:rPr lang="en-US" sz="2100" spc="-10" dirty="0">
                <a:latin typeface="Arial"/>
                <a:cs typeface="Arial"/>
              </a:rPr>
              <a:t>: </a:t>
            </a:r>
            <a:r>
              <a:rPr sz="2100" dirty="0">
                <a:latin typeface="Arial"/>
                <a:cs typeface="Arial"/>
              </a:rPr>
              <a:t>Engorgement/elevation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optic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disc</a:t>
            </a:r>
            <a:r>
              <a:rPr sz="2100" dirty="0">
                <a:latin typeface="MS PGothic"/>
                <a:cs typeface="MS PGothic"/>
              </a:rPr>
              <a:t>➔</a:t>
            </a:r>
            <a:r>
              <a:rPr sz="2100" spc="5" dirty="0">
                <a:latin typeface="MS PGothic"/>
                <a:cs typeface="MS PGothic"/>
              </a:rPr>
              <a:t> </a:t>
            </a:r>
            <a:r>
              <a:rPr sz="2100" spc="-10" dirty="0">
                <a:latin typeface="Arial"/>
                <a:cs typeface="Arial"/>
              </a:rPr>
              <a:t>visual </a:t>
            </a:r>
            <a:r>
              <a:rPr sz="2100" dirty="0">
                <a:latin typeface="Arial"/>
                <a:cs typeface="Arial"/>
              </a:rPr>
              <a:t>blurring/loss</a:t>
            </a:r>
            <a:r>
              <a:rPr sz="2100" dirty="0">
                <a:latin typeface="MS PGothic"/>
                <a:cs typeface="MS PGothic"/>
              </a:rPr>
              <a:t>➔</a:t>
            </a:r>
            <a:r>
              <a:rPr sz="2100" spc="10" dirty="0">
                <a:latin typeface="MS PGothic"/>
                <a:cs typeface="MS PGothic"/>
              </a:rPr>
              <a:t> </a:t>
            </a:r>
            <a:r>
              <a:rPr sz="2100" dirty="0">
                <a:latin typeface="Arial"/>
                <a:cs typeface="Arial"/>
              </a:rPr>
              <a:t>increased</a:t>
            </a:r>
            <a:r>
              <a:rPr sz="2100" spc="6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blind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spot,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concentric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visual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field </a:t>
            </a:r>
            <a:r>
              <a:rPr sz="2100" dirty="0">
                <a:latin typeface="Arial"/>
                <a:cs typeface="Arial"/>
              </a:rPr>
              <a:t>deficit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(peripherally)</a:t>
            </a:r>
            <a:endParaRPr sz="2100" dirty="0">
              <a:latin typeface="Arial"/>
              <a:cs typeface="Arial"/>
            </a:endParaRPr>
          </a:p>
          <a:p>
            <a:pPr marL="663575" indent="-285750">
              <a:lnSpc>
                <a:spcPct val="100000"/>
              </a:lnSpc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100" dirty="0">
                <a:latin typeface="Arial"/>
                <a:cs typeface="Arial"/>
              </a:rPr>
              <a:t>Diplopia</a:t>
            </a:r>
            <a:r>
              <a:rPr sz="2100" spc="7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(double</a:t>
            </a:r>
            <a:r>
              <a:rPr sz="2100" spc="7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vision)</a:t>
            </a:r>
            <a:endParaRPr sz="2100" dirty="0">
              <a:latin typeface="Arial"/>
              <a:cs typeface="Arial"/>
            </a:endParaRPr>
          </a:p>
          <a:p>
            <a:pPr marL="663575" indent="-285750">
              <a:lnSpc>
                <a:spcPct val="100000"/>
              </a:lnSpc>
              <a:spcBef>
                <a:spcPts val="28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100" dirty="0">
                <a:solidFill>
                  <a:schemeClr val="tx1"/>
                </a:solidFill>
                <a:latin typeface="Arial"/>
                <a:cs typeface="Arial"/>
              </a:rPr>
              <a:t>Cushing’s</a:t>
            </a:r>
            <a:r>
              <a:rPr sz="21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Arial"/>
                <a:cs typeface="Arial"/>
              </a:rPr>
              <a:t>Triad:</a:t>
            </a:r>
            <a:r>
              <a:rPr lang="en-US" sz="2100" spc="-1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hypertension,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bradycardia,</a:t>
            </a:r>
            <a:r>
              <a:rPr sz="2100" spc="6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8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irregular</a:t>
            </a:r>
            <a:r>
              <a:rPr sz="2100" spc="7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respirations</a:t>
            </a:r>
            <a:endParaRPr sz="2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E3153D-7F56-FC5A-4792-32B15F8B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819400"/>
            <a:ext cx="3828022" cy="3828022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538815"/>
            <a:ext cx="900633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Brain</a:t>
            </a:r>
            <a:r>
              <a:rPr spc="-180" dirty="0"/>
              <a:t> </a:t>
            </a:r>
            <a:r>
              <a:rPr dirty="0"/>
              <a:t>Herniation</a:t>
            </a:r>
            <a:r>
              <a:rPr lang="en-US" spc="-165" dirty="0"/>
              <a:t> </a:t>
            </a:r>
            <a:r>
              <a:rPr spc="-10" dirty="0"/>
              <a:t>Syndromes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9" y="1447800"/>
            <a:ext cx="5805932" cy="587853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>
              <a:lnSpc>
                <a:spcPts val="3820"/>
              </a:lnSpc>
              <a:spcBef>
                <a:spcPts val="24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When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intracranial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pressure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pushes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structures </a:t>
            </a:r>
            <a:r>
              <a:rPr sz="3200" dirty="0">
                <a:latin typeface="Arial"/>
                <a:cs typeface="Arial"/>
              </a:rPr>
              <a:t>from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one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compartment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another</a:t>
            </a: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Uncal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Herniation: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temporal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lobe</a:t>
            </a:r>
            <a:endParaRPr sz="3200"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660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dirty="0">
                <a:latin typeface="Arial"/>
                <a:cs typeface="Arial"/>
              </a:rPr>
              <a:t>Dilated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pupil</a:t>
            </a:r>
            <a:r>
              <a:rPr lang="en-US" sz="2800" spc="-20" dirty="0">
                <a:latin typeface="Arial"/>
                <a:cs typeface="Arial"/>
              </a:rPr>
              <a:t>s</a:t>
            </a:r>
            <a:endParaRPr sz="2800"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530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spc="-10" dirty="0">
                <a:latin typeface="Arial"/>
                <a:cs typeface="Arial"/>
              </a:rPr>
              <a:t>Hemiparesis</a:t>
            </a:r>
            <a:endParaRPr sz="2800"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650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spc="-10" dirty="0">
                <a:latin typeface="Arial"/>
                <a:cs typeface="Arial"/>
              </a:rPr>
              <a:t>Death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Central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Herniation</a:t>
            </a:r>
            <a:endParaRPr sz="3200"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54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spc="-10" dirty="0">
                <a:latin typeface="Arial"/>
                <a:cs typeface="Arial"/>
              </a:rPr>
              <a:t>Downward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displacement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brainstem</a:t>
            </a:r>
            <a:endParaRPr sz="2800" dirty="0">
              <a:latin typeface="Arial"/>
              <a:cs typeface="Arial"/>
            </a:endParaRPr>
          </a:p>
          <a:p>
            <a:pPr marL="1097280" lvl="2" indent="-373380">
              <a:lnSpc>
                <a:spcPct val="100000"/>
              </a:lnSpc>
              <a:spcBef>
                <a:spcPts val="545"/>
              </a:spcBef>
              <a:buClr>
                <a:srgbClr val="CC9900"/>
              </a:buClr>
              <a:buSzPct val="65217"/>
              <a:buFont typeface="MS PGothic"/>
              <a:buChar char="■"/>
              <a:tabLst>
                <a:tab pos="1097280" algn="l"/>
                <a:tab pos="1097915" algn="l"/>
              </a:tabLst>
            </a:pPr>
            <a:r>
              <a:rPr sz="2300" dirty="0">
                <a:latin typeface="Arial"/>
                <a:cs typeface="Arial"/>
              </a:rPr>
              <a:t>Respiratory</a:t>
            </a:r>
            <a:r>
              <a:rPr sz="2300" spc="114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arrest,</a:t>
            </a:r>
            <a:r>
              <a:rPr sz="2300" spc="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BP</a:t>
            </a:r>
            <a:r>
              <a:rPr sz="2300" spc="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instability,</a:t>
            </a:r>
            <a:r>
              <a:rPr sz="2300" spc="12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death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245468"/>
            <a:ext cx="5729732" cy="165173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69900" lvl="1">
              <a:spcBef>
                <a:spcPts val="72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1400" dirty="0">
                <a:latin typeface="Arial"/>
                <a:cs typeface="Arial"/>
              </a:rPr>
              <a:t>Epidural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Hematoma:</a:t>
            </a:r>
            <a:r>
              <a:rPr lang="en-US"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Bleeding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dura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skull</a:t>
            </a:r>
            <a:r>
              <a:rPr lang="en-US" sz="1400" spc="-10" dirty="0">
                <a:latin typeface="Arial"/>
                <a:cs typeface="Arial"/>
              </a:rPr>
              <a:t>, c</a:t>
            </a:r>
            <a:r>
              <a:rPr sz="1400" dirty="0">
                <a:latin typeface="Arial"/>
                <a:cs typeface="Arial"/>
              </a:rPr>
              <a:t>aused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trauma</a:t>
            </a:r>
            <a:r>
              <a:rPr lang="en-US" sz="1400" spc="-10" dirty="0">
                <a:latin typeface="Arial"/>
                <a:cs typeface="Arial"/>
              </a:rPr>
              <a:t> (m</a:t>
            </a:r>
            <a:r>
              <a:rPr sz="1400" dirty="0">
                <a:latin typeface="Arial"/>
                <a:cs typeface="Arial"/>
              </a:rPr>
              <a:t>ost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due</a:t>
            </a:r>
            <a:r>
              <a:rPr sz="1400" spc="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injury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temporal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bone</a:t>
            </a:r>
            <a:r>
              <a:rPr lang="en-US" sz="1400" spc="-20" dirty="0">
                <a:latin typeface="Arial"/>
                <a:cs typeface="Arial"/>
              </a:rPr>
              <a:t>)</a:t>
            </a:r>
          </a:p>
          <a:p>
            <a:pPr marL="469900" lvl="1">
              <a:spcBef>
                <a:spcPts val="72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1400" dirty="0">
                <a:latin typeface="Arial"/>
                <a:cs typeface="Arial"/>
              </a:rPr>
              <a:t>Clinical</a:t>
            </a:r>
            <a:r>
              <a:rPr sz="1400" spc="-1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Features:</a:t>
            </a:r>
            <a:endParaRPr lang="en-US" sz="1400" spc="-10" dirty="0">
              <a:latin typeface="Arial"/>
              <a:cs typeface="Arial"/>
            </a:endParaRPr>
          </a:p>
          <a:p>
            <a:pPr marL="641350" lvl="1" indent="-171450">
              <a:spcBef>
                <a:spcPts val="72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1200" dirty="0">
                <a:latin typeface="Arial"/>
                <a:cs typeface="Arial"/>
              </a:rPr>
              <a:t>Lucid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interval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followed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by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increased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intracranial pressure</a:t>
            </a:r>
            <a:endParaRPr lang="en-US" sz="1200" spc="-10" dirty="0">
              <a:latin typeface="Arial"/>
              <a:cs typeface="Arial"/>
            </a:endParaRPr>
          </a:p>
          <a:p>
            <a:pPr marL="641350" lvl="1" indent="-171450">
              <a:spcBef>
                <a:spcPts val="72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1200" dirty="0">
                <a:latin typeface="Arial"/>
                <a:cs typeface="Arial"/>
              </a:rPr>
              <a:t>Ultimately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causes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herniation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1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death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unless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treated surgically</a:t>
            </a:r>
            <a:endParaRPr lang="en-US" sz="1200" spc="-10" dirty="0">
              <a:latin typeface="Arial"/>
              <a:cs typeface="Arial"/>
            </a:endParaRPr>
          </a:p>
          <a:p>
            <a:pPr marL="641350" lvl="1" indent="-171450">
              <a:spcBef>
                <a:spcPts val="72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1200" dirty="0">
                <a:latin typeface="Arial"/>
                <a:cs typeface="Arial"/>
              </a:rPr>
              <a:t>Lens</a:t>
            </a:r>
            <a:r>
              <a:rPr sz="1200" spc="1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shaped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appearance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268" y="337336"/>
            <a:ext cx="7710932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Intracranial</a:t>
            </a:r>
            <a:r>
              <a:rPr spc="-225" dirty="0"/>
              <a:t> </a:t>
            </a:r>
            <a:r>
              <a:rPr spc="-20" dirty="0"/>
              <a:t>Hemorrhage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288EEEC-9D6E-1E85-C05D-EE6D47BEFD7D}"/>
              </a:ext>
            </a:extLst>
          </p:cNvPr>
          <p:cNvSpPr txBox="1"/>
          <p:nvPr/>
        </p:nvSpPr>
        <p:spPr>
          <a:xfrm>
            <a:off x="747268" y="3258535"/>
            <a:ext cx="5729731" cy="15478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1400" dirty="0">
                <a:latin typeface="Arial"/>
                <a:cs typeface="Arial"/>
              </a:rPr>
              <a:t>Subdural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Hematoma:</a:t>
            </a:r>
            <a:r>
              <a:rPr lang="en-US"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Bleeding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dura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arachnoid</a:t>
            </a:r>
            <a:r>
              <a:rPr lang="en-US" sz="1400" spc="-10" dirty="0">
                <a:latin typeface="Arial"/>
                <a:cs typeface="Arial"/>
              </a:rPr>
              <a:t>, c</a:t>
            </a:r>
            <a:r>
              <a:rPr sz="1400" dirty="0">
                <a:latin typeface="Arial"/>
                <a:cs typeface="Arial"/>
              </a:rPr>
              <a:t>aused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rupture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bridging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veins</a:t>
            </a:r>
            <a:endParaRPr lang="en-US" sz="14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1400" dirty="0">
                <a:latin typeface="Arial"/>
                <a:cs typeface="Arial"/>
              </a:rPr>
              <a:t>Chronic</a:t>
            </a:r>
            <a:r>
              <a:rPr sz="1400" spc="-1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clinical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Features:</a:t>
            </a:r>
            <a:endParaRPr lang="en-US" sz="1400" spc="-1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39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1400" dirty="0">
                <a:latin typeface="Arial"/>
                <a:cs typeface="Arial"/>
              </a:rPr>
              <a:t>Minor</a:t>
            </a:r>
            <a:r>
              <a:rPr sz="1400" spc="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</a:t>
            </a:r>
            <a:r>
              <a:rPr sz="1400" spc="1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injury</a:t>
            </a:r>
            <a:endParaRPr lang="en-US" sz="1400" spc="-1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39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1400" dirty="0">
                <a:latin typeface="Arial"/>
                <a:cs typeface="Arial"/>
              </a:rPr>
              <a:t>vague</a:t>
            </a:r>
            <a:r>
              <a:rPr sz="1400" spc="1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symptoms</a:t>
            </a:r>
            <a:r>
              <a:rPr sz="1400" spc="1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headache,</a:t>
            </a:r>
            <a:r>
              <a:rPr sz="1400" spc="1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cognitive </a:t>
            </a:r>
            <a:r>
              <a:rPr sz="1400" dirty="0">
                <a:latin typeface="Arial"/>
                <a:cs typeface="Arial"/>
              </a:rPr>
              <a:t>impairment,</a:t>
            </a:r>
            <a:r>
              <a:rPr sz="1400" spc="229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ataxia</a:t>
            </a:r>
            <a:endParaRPr lang="en-US" sz="1400" spc="-1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39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lang="en-US" sz="1400" dirty="0">
                <a:latin typeface="Arial"/>
                <a:cs typeface="Arial"/>
              </a:rPr>
              <a:t>Crescent</a:t>
            </a:r>
            <a:r>
              <a:rPr lang="en-US" sz="1400" spc="-114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shaped</a:t>
            </a:r>
            <a:r>
              <a:rPr lang="en-US" sz="1400" spc="-125" dirty="0">
                <a:latin typeface="Arial"/>
                <a:cs typeface="Arial"/>
              </a:rPr>
              <a:t> </a:t>
            </a:r>
            <a:r>
              <a:rPr lang="en-US" sz="1400" spc="-10" dirty="0">
                <a:latin typeface="Arial"/>
                <a:cs typeface="Arial"/>
              </a:rPr>
              <a:t>appearance</a:t>
            </a:r>
            <a:r>
              <a:rPr lang="en-US" sz="1400" spc="-12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on</a:t>
            </a:r>
            <a:r>
              <a:rPr lang="en-US" sz="1400" spc="-120" dirty="0">
                <a:latin typeface="Arial"/>
                <a:cs typeface="Arial"/>
              </a:rPr>
              <a:t> </a:t>
            </a:r>
            <a:r>
              <a:rPr lang="en-US" sz="1400" spc="-25" dirty="0">
                <a:latin typeface="Arial"/>
                <a:cs typeface="Arial"/>
              </a:rPr>
              <a:t>CT</a:t>
            </a:r>
            <a:endParaRPr lang="en-US" sz="1400" dirty="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BBA926-7318-9B21-33E1-7A42482E8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236785"/>
            <a:ext cx="3200400" cy="295421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002299F-9E5E-CF27-AFC9-37B2FD522308}"/>
              </a:ext>
            </a:extLst>
          </p:cNvPr>
          <p:cNvSpPr txBox="1"/>
          <p:nvPr/>
        </p:nvSpPr>
        <p:spPr>
          <a:xfrm>
            <a:off x="747268" y="5290619"/>
            <a:ext cx="5958332" cy="2163413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spcBef>
                <a:spcPts val="75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1400" dirty="0">
                <a:latin typeface="Arial"/>
                <a:cs typeface="Arial"/>
              </a:rPr>
              <a:t>Subarachnoid</a:t>
            </a:r>
            <a:r>
              <a:rPr sz="1400" spc="-2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Hemorrhage</a:t>
            </a:r>
            <a:r>
              <a:rPr lang="en-US" sz="1400" spc="-10" dirty="0">
                <a:latin typeface="Arial"/>
                <a:cs typeface="Arial"/>
              </a:rPr>
              <a:t>: </a:t>
            </a:r>
            <a:r>
              <a:rPr sz="1400" dirty="0">
                <a:latin typeface="Arial"/>
                <a:cs typeface="Arial"/>
              </a:rPr>
              <a:t>Bleeding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CSF-</a:t>
            </a:r>
            <a:r>
              <a:rPr sz="1400" dirty="0">
                <a:latin typeface="Arial"/>
                <a:cs typeface="Arial"/>
              </a:rPr>
              <a:t>filled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space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arachnoid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pia</a:t>
            </a:r>
            <a:endParaRPr sz="1400" dirty="0">
              <a:latin typeface="Arial"/>
              <a:cs typeface="Arial"/>
            </a:endParaRPr>
          </a:p>
          <a:p>
            <a:pPr marL="723265" lvl="1" indent="-346075">
              <a:spcBef>
                <a:spcPts val="54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1400" spc="-10" dirty="0">
                <a:latin typeface="Arial"/>
                <a:cs typeface="Arial"/>
              </a:rPr>
              <a:t>Nontraumatic</a:t>
            </a:r>
            <a:endParaRPr sz="1400" dirty="0">
              <a:latin typeface="Arial"/>
              <a:cs typeface="Arial"/>
            </a:endParaRPr>
          </a:p>
          <a:p>
            <a:pPr marL="1097280" lvl="2" indent="-373380">
              <a:spcBef>
                <a:spcPts val="550"/>
              </a:spcBef>
              <a:buClr>
                <a:srgbClr val="CC9900"/>
              </a:buClr>
              <a:buSzPct val="65217"/>
              <a:buFont typeface="MS PGothic"/>
              <a:buChar char="■"/>
              <a:tabLst>
                <a:tab pos="1097280" algn="l"/>
                <a:tab pos="1097915" algn="l"/>
              </a:tabLst>
            </a:pPr>
            <a:r>
              <a:rPr sz="1200" dirty="0">
                <a:latin typeface="Arial"/>
                <a:cs typeface="Arial"/>
              </a:rPr>
              <a:t>“worst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headache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my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life”</a:t>
            </a:r>
            <a:endParaRPr sz="1200" dirty="0">
              <a:latin typeface="Arial"/>
              <a:cs typeface="Arial"/>
            </a:endParaRPr>
          </a:p>
          <a:p>
            <a:pPr marL="1097280" lvl="2" indent="-373380">
              <a:spcBef>
                <a:spcPts val="625"/>
              </a:spcBef>
              <a:buClr>
                <a:srgbClr val="CC9900"/>
              </a:buClr>
              <a:buSzPct val="65217"/>
              <a:buFont typeface="MS PGothic"/>
              <a:buChar char="■"/>
              <a:tabLst>
                <a:tab pos="1097280" algn="l"/>
                <a:tab pos="1097915" algn="l"/>
              </a:tabLst>
            </a:pPr>
            <a:r>
              <a:rPr sz="1200" dirty="0">
                <a:latin typeface="Arial"/>
                <a:cs typeface="Arial"/>
              </a:rPr>
              <a:t>Usually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due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aneurysm</a:t>
            </a:r>
            <a:endParaRPr sz="1200" dirty="0">
              <a:latin typeface="Arial"/>
              <a:cs typeface="Arial"/>
            </a:endParaRPr>
          </a:p>
          <a:p>
            <a:pPr marL="723265" lvl="1" indent="-346075">
              <a:spcBef>
                <a:spcPts val="55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1400" spc="-10" dirty="0">
                <a:latin typeface="Arial"/>
                <a:cs typeface="Arial"/>
              </a:rPr>
              <a:t>Traumatic</a:t>
            </a:r>
            <a:endParaRPr sz="1400" dirty="0">
              <a:latin typeface="Arial"/>
              <a:cs typeface="Arial"/>
            </a:endParaRPr>
          </a:p>
          <a:p>
            <a:pPr marL="1097280" lvl="2" indent="-373380">
              <a:spcBef>
                <a:spcPts val="645"/>
              </a:spcBef>
              <a:buClr>
                <a:srgbClr val="CC9900"/>
              </a:buClr>
              <a:buSzPct val="65217"/>
              <a:buFont typeface="MS PGothic"/>
              <a:buChar char="■"/>
              <a:tabLst>
                <a:tab pos="1097280" algn="l"/>
                <a:tab pos="1097915" algn="l"/>
              </a:tabLst>
            </a:pPr>
            <a:r>
              <a:rPr sz="1200" spc="-10" dirty="0">
                <a:latin typeface="Arial"/>
                <a:cs typeface="Arial"/>
              </a:rPr>
              <a:t>Headache</a:t>
            </a:r>
            <a:endParaRPr sz="1200" dirty="0">
              <a:latin typeface="Arial"/>
              <a:cs typeface="Arial"/>
            </a:endParaRPr>
          </a:p>
          <a:p>
            <a:pPr marL="1097280" lvl="2" indent="-373380">
              <a:spcBef>
                <a:spcPts val="525"/>
              </a:spcBef>
              <a:buClr>
                <a:srgbClr val="CC9900"/>
              </a:buClr>
              <a:buSzPct val="65217"/>
              <a:buFont typeface="MS PGothic"/>
              <a:buChar char="■"/>
              <a:tabLst>
                <a:tab pos="1097280" algn="l"/>
                <a:tab pos="1097915" algn="l"/>
              </a:tabLst>
            </a:pPr>
            <a:r>
              <a:rPr sz="1200" dirty="0">
                <a:latin typeface="Arial"/>
                <a:cs typeface="Arial"/>
              </a:rPr>
              <a:t>Deficits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usually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result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other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cerebral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injuries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7FCFAC-5FC2-7405-56F1-899BD4DA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4567952"/>
            <a:ext cx="2855843" cy="28978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Hydrocephalus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8" y="1658102"/>
            <a:ext cx="7346950" cy="1850507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2800" dirty="0">
                <a:latin typeface="Arial"/>
                <a:cs typeface="Arial"/>
              </a:rPr>
              <a:t>“</a:t>
            </a:r>
            <a:r>
              <a:rPr sz="2000" dirty="0">
                <a:latin typeface="Arial"/>
                <a:cs typeface="Arial"/>
              </a:rPr>
              <a:t>Water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head”</a:t>
            </a:r>
            <a:r>
              <a:rPr lang="en-US" sz="2000" spc="-10" dirty="0">
                <a:latin typeface="Arial"/>
                <a:cs typeface="Arial"/>
              </a:rPr>
              <a:t>:  </a:t>
            </a:r>
            <a:r>
              <a:rPr dirty="0">
                <a:latin typeface="Arial"/>
                <a:cs typeface="Arial"/>
              </a:rPr>
              <a:t>Excess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CSF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intracranial</a:t>
            </a:r>
            <a:r>
              <a:rPr spc="-8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cavity</a:t>
            </a:r>
            <a:endParaRPr dirty="0">
              <a:latin typeface="Arial"/>
              <a:cs typeface="Arial"/>
            </a:endParaRPr>
          </a:p>
          <a:p>
            <a:pPr marL="662940" lvl="1" indent="-285750">
              <a:lnSpc>
                <a:spcPct val="100000"/>
              </a:lnSpc>
              <a:spcBef>
                <a:spcPts val="625"/>
              </a:spcBef>
              <a:buClr>
                <a:srgbClr val="3B812F"/>
              </a:buClr>
              <a:buSzPct val="60714"/>
              <a:buFont typeface="Arial" panose="020B0604020202020204" pitchFamily="34" charset="0"/>
              <a:buChar char="•"/>
              <a:tabLst>
                <a:tab pos="723265" algn="l"/>
                <a:tab pos="723900" algn="l"/>
              </a:tabLst>
            </a:pPr>
            <a:r>
              <a:rPr dirty="0">
                <a:latin typeface="Arial"/>
                <a:cs typeface="Arial"/>
              </a:rPr>
              <a:t>Possible</a:t>
            </a:r>
            <a:r>
              <a:rPr spc="-17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Causes:</a:t>
            </a:r>
            <a:endParaRPr dirty="0">
              <a:latin typeface="Arial"/>
              <a:cs typeface="Arial"/>
            </a:endParaRPr>
          </a:p>
          <a:p>
            <a:pPr marL="1009650" lvl="2" indent="-28575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buFont typeface="Arial" panose="020B0604020202020204" pitchFamily="34" charset="0"/>
              <a:buChar char="•"/>
              <a:tabLst>
                <a:tab pos="1097280" algn="l"/>
                <a:tab pos="1097915" algn="l"/>
              </a:tabLst>
            </a:pPr>
            <a:r>
              <a:rPr sz="1600" dirty="0">
                <a:latin typeface="Arial"/>
                <a:cs typeface="Arial"/>
              </a:rPr>
              <a:t>Excess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CSF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production</a:t>
            </a:r>
            <a:endParaRPr sz="1600" dirty="0">
              <a:latin typeface="Arial"/>
              <a:cs typeface="Arial"/>
            </a:endParaRPr>
          </a:p>
          <a:p>
            <a:pPr marL="1009650" lvl="2" indent="-285750">
              <a:lnSpc>
                <a:spcPct val="100000"/>
              </a:lnSpc>
              <a:spcBef>
                <a:spcPts val="620"/>
              </a:spcBef>
              <a:buClr>
                <a:srgbClr val="CC9900"/>
              </a:buClr>
              <a:buSzPct val="65217"/>
              <a:buFont typeface="Arial" panose="020B0604020202020204" pitchFamily="34" charset="0"/>
              <a:buChar char="•"/>
              <a:tabLst>
                <a:tab pos="1097280" algn="l"/>
                <a:tab pos="1097915" algn="l"/>
              </a:tabLst>
            </a:pPr>
            <a:r>
              <a:rPr sz="1600" dirty="0">
                <a:latin typeface="Arial"/>
                <a:cs typeface="Arial"/>
              </a:rPr>
              <a:t>Obstruction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flow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at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point</a:t>
            </a:r>
            <a:endParaRPr sz="1600" dirty="0">
              <a:latin typeface="Arial"/>
              <a:cs typeface="Arial"/>
            </a:endParaRPr>
          </a:p>
          <a:p>
            <a:pPr marL="1009650" lvl="2" indent="-28575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buFont typeface="Arial" panose="020B0604020202020204" pitchFamily="34" charset="0"/>
              <a:buChar char="•"/>
              <a:tabLst>
                <a:tab pos="1097280" algn="l"/>
                <a:tab pos="1097915" algn="l"/>
              </a:tabLst>
            </a:pPr>
            <a:r>
              <a:rPr sz="1600" dirty="0">
                <a:latin typeface="Arial"/>
                <a:cs typeface="Arial"/>
              </a:rPr>
              <a:t>Decreased</a:t>
            </a:r>
            <a:r>
              <a:rPr sz="1600" spc="1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reabsorbtion</a:t>
            </a:r>
            <a:r>
              <a:rPr sz="1600" spc="1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via</a:t>
            </a:r>
            <a:r>
              <a:rPr sz="1600" spc="1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arachnoid</a:t>
            </a:r>
            <a:r>
              <a:rPr sz="1600" spc="1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granules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2492366-A0C3-CD71-4FDE-A2A7ABC59E9D}"/>
              </a:ext>
            </a:extLst>
          </p:cNvPr>
          <p:cNvSpPr txBox="1"/>
          <p:nvPr/>
        </p:nvSpPr>
        <p:spPr>
          <a:xfrm>
            <a:off x="747268" y="3659641"/>
            <a:ext cx="8372475" cy="228139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spcBef>
                <a:spcPts val="530"/>
              </a:spcBef>
              <a:buClr>
                <a:srgbClr val="CC9900"/>
              </a:buClr>
              <a:buSzPct val="64285"/>
              <a:tabLst>
                <a:tab pos="375920" algn="l"/>
                <a:tab pos="376555" algn="l"/>
              </a:tabLst>
            </a:pPr>
            <a:endParaRPr lang="en-US" sz="2000" spc="-10" dirty="0">
              <a:latin typeface="Arial"/>
              <a:cs typeface="Arial"/>
            </a:endParaRPr>
          </a:p>
          <a:p>
            <a:pPr marL="355600" indent="-342900">
              <a:spcBef>
                <a:spcPts val="530"/>
              </a:spcBef>
              <a:buClr>
                <a:srgbClr val="CC9900"/>
              </a:buClr>
              <a:buSzPct val="6428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2000" spc="-10" dirty="0">
                <a:latin typeface="Arial"/>
                <a:cs typeface="Arial"/>
              </a:rPr>
              <a:t>Communicating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hydrocephalus</a:t>
            </a:r>
            <a:r>
              <a:rPr lang="en-US" sz="2000" spc="-10" dirty="0">
                <a:latin typeface="Arial"/>
                <a:cs typeface="Arial"/>
              </a:rPr>
              <a:t>: d</a:t>
            </a:r>
            <a:r>
              <a:rPr dirty="0">
                <a:latin typeface="Arial"/>
                <a:cs typeface="Arial"/>
              </a:rPr>
              <a:t>eficit</a:t>
            </a:r>
            <a:r>
              <a:rPr spc="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CSF</a:t>
            </a:r>
            <a:r>
              <a:rPr spc="7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reabsorption</a:t>
            </a:r>
            <a:r>
              <a:rPr lang="en-US" spc="-10" dirty="0">
                <a:latin typeface="Arial"/>
                <a:cs typeface="Arial"/>
              </a:rPr>
              <a:t>, </a:t>
            </a:r>
            <a:r>
              <a:rPr dirty="0">
                <a:latin typeface="Arial"/>
                <a:cs typeface="Arial"/>
              </a:rPr>
              <a:t>Impairment</a:t>
            </a:r>
            <a:r>
              <a:rPr spc="11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1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arachnoid</a:t>
            </a:r>
            <a:r>
              <a:rPr spc="1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granulations</a:t>
            </a:r>
            <a:endParaRPr dirty="0">
              <a:latin typeface="Arial"/>
              <a:cs typeface="Arial"/>
            </a:endParaRPr>
          </a:p>
          <a:p>
            <a:pPr marL="355600" indent="-342900">
              <a:spcBef>
                <a:spcPts val="244"/>
              </a:spcBef>
              <a:buClr>
                <a:srgbClr val="CC9900"/>
              </a:buClr>
              <a:buSzPct val="6428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2000" spc="-20" dirty="0">
                <a:latin typeface="Arial"/>
                <a:cs typeface="Arial"/>
              </a:rPr>
              <a:t>Noncommunicating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hydrocephalus:</a:t>
            </a:r>
            <a:r>
              <a:rPr lang="en-US" sz="2000"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CSF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flow</a:t>
            </a:r>
            <a:r>
              <a:rPr spc="6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obstruction</a:t>
            </a:r>
            <a:endParaRPr dirty="0">
              <a:latin typeface="Arial"/>
              <a:cs typeface="Arial"/>
            </a:endParaRPr>
          </a:p>
          <a:p>
            <a:pPr marL="12065" marR="5080">
              <a:spcBef>
                <a:spcPts val="5"/>
              </a:spcBef>
              <a:buClr>
                <a:srgbClr val="CC9900"/>
              </a:buClr>
              <a:buSzPct val="64285"/>
              <a:tabLst>
                <a:tab pos="375920" algn="l"/>
                <a:tab pos="376555" algn="l"/>
              </a:tabLst>
            </a:pPr>
            <a:endParaRPr lang="en-US" sz="2000" spc="-10" dirty="0">
              <a:latin typeface="Arial"/>
              <a:cs typeface="Arial"/>
            </a:endParaRPr>
          </a:p>
          <a:p>
            <a:pPr marL="12065" marR="5080">
              <a:spcBef>
                <a:spcPts val="5"/>
              </a:spcBef>
              <a:buClr>
                <a:srgbClr val="CC9900"/>
              </a:buClr>
              <a:buSzPct val="64285"/>
              <a:tabLst>
                <a:tab pos="375920" algn="l"/>
                <a:tab pos="376555" algn="l"/>
              </a:tabLst>
            </a:pPr>
            <a:r>
              <a:rPr sz="2000" spc="-10" dirty="0">
                <a:latin typeface="Arial"/>
                <a:cs typeface="Arial"/>
              </a:rPr>
              <a:t>Symptoms: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headache,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nausea,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vomiting,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cognitive impairments,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decreased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consciousness,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decreased </a:t>
            </a:r>
            <a:r>
              <a:rPr sz="2000" spc="-10" dirty="0">
                <a:latin typeface="Arial"/>
                <a:cs typeface="Arial"/>
              </a:rPr>
              <a:t>vision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528181"/>
            <a:ext cx="31013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Brain</a:t>
            </a:r>
            <a:r>
              <a:rPr spc="-105" dirty="0"/>
              <a:t> </a:t>
            </a:r>
            <a:r>
              <a:rPr spc="-10" dirty="0"/>
              <a:t>Tumors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8" y="1887952"/>
            <a:ext cx="8071484" cy="194284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3200" spc="-10" dirty="0">
                <a:latin typeface="Arial"/>
                <a:cs typeface="Arial"/>
              </a:rPr>
              <a:t>Categories:</a:t>
            </a:r>
            <a:endParaRPr sz="3200" dirty="0">
              <a:latin typeface="Arial"/>
              <a:cs typeface="Arial"/>
            </a:endParaRPr>
          </a:p>
          <a:p>
            <a:pPr marL="835025" indent="-457200">
              <a:lnSpc>
                <a:spcPct val="100000"/>
              </a:lnSpc>
              <a:spcBef>
                <a:spcPts val="56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800" dirty="0">
                <a:latin typeface="Arial"/>
                <a:cs typeface="Arial"/>
              </a:rPr>
              <a:t>Primary: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tumor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starts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brain</a:t>
            </a:r>
            <a:endParaRPr sz="2800" dirty="0">
              <a:latin typeface="Arial"/>
              <a:cs typeface="Arial"/>
            </a:endParaRPr>
          </a:p>
          <a:p>
            <a:pPr marL="834390" marR="5080" indent="-457200">
              <a:lnSpc>
                <a:spcPts val="329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723265" algn="l"/>
              </a:tabLst>
            </a:pPr>
            <a:r>
              <a:rPr sz="2800" spc="-10" dirty="0">
                <a:latin typeface="Arial"/>
                <a:cs typeface="Arial"/>
              </a:rPr>
              <a:t>Metastatic: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begins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tumor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another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body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542914"/>
            <a:ext cx="726884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Infectious</a:t>
            </a:r>
            <a:r>
              <a:rPr sz="4000" spc="70" dirty="0"/>
              <a:t> </a:t>
            </a:r>
            <a:r>
              <a:rPr sz="4000" dirty="0"/>
              <a:t>Disorders</a:t>
            </a:r>
            <a:r>
              <a:rPr sz="4000" spc="80" dirty="0"/>
              <a:t> </a:t>
            </a:r>
            <a:r>
              <a:rPr sz="4000" dirty="0"/>
              <a:t>of</a:t>
            </a:r>
            <a:r>
              <a:rPr sz="4000" spc="75" dirty="0"/>
              <a:t> </a:t>
            </a:r>
            <a:r>
              <a:rPr sz="4000" dirty="0"/>
              <a:t>the</a:t>
            </a:r>
            <a:r>
              <a:rPr sz="4000" spc="90" dirty="0"/>
              <a:t> </a:t>
            </a:r>
            <a:r>
              <a:rPr sz="4000" spc="-10" dirty="0"/>
              <a:t>Nervous System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42977" y="2331720"/>
            <a:ext cx="8145118" cy="1909497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5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Bacterial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Meningitis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Neurosyphilis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Lyme</a:t>
            </a:r>
            <a:r>
              <a:rPr sz="28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73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Viral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Shingles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800" spc="-25" dirty="0">
                <a:latin typeface="Arial" panose="020B0604020202020204" pitchFamily="34" charset="0"/>
                <a:cs typeface="Arial" panose="020B0604020202020204" pitchFamily="34" charset="0"/>
              </a:rPr>
              <a:t>HIV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Encephalitis</a:t>
            </a:r>
            <a:r>
              <a:rPr sz="28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(commonly</a:t>
            </a:r>
            <a:r>
              <a:rPr sz="28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caused</a:t>
            </a:r>
            <a:r>
              <a:rPr sz="28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28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herpes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simplex)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530214"/>
            <a:ext cx="8411210" cy="14401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5500"/>
              </a:lnSpc>
              <a:spcBef>
                <a:spcPts val="335"/>
              </a:spcBef>
            </a:pPr>
            <a:r>
              <a:rPr sz="4700" dirty="0"/>
              <a:t>Infectious</a:t>
            </a:r>
            <a:r>
              <a:rPr sz="4700" spc="-110" dirty="0"/>
              <a:t> </a:t>
            </a:r>
            <a:r>
              <a:rPr sz="4700" dirty="0"/>
              <a:t>Disorders</a:t>
            </a:r>
            <a:r>
              <a:rPr sz="4700" spc="-95" dirty="0"/>
              <a:t> </a:t>
            </a:r>
            <a:r>
              <a:rPr sz="4700" dirty="0"/>
              <a:t>of</a:t>
            </a:r>
            <a:r>
              <a:rPr sz="4700" spc="-80" dirty="0"/>
              <a:t> </a:t>
            </a:r>
            <a:r>
              <a:rPr sz="4700" dirty="0"/>
              <a:t>the</a:t>
            </a:r>
            <a:r>
              <a:rPr sz="4700" spc="-85" dirty="0"/>
              <a:t> </a:t>
            </a:r>
            <a:r>
              <a:rPr sz="4700" spc="-20" dirty="0"/>
              <a:t>Nervous </a:t>
            </a:r>
            <a:r>
              <a:rPr sz="4700" spc="-10" dirty="0"/>
              <a:t>System</a:t>
            </a:r>
            <a:endParaRPr sz="4700" dirty="0"/>
          </a:p>
        </p:txBody>
      </p:sp>
      <p:sp>
        <p:nvSpPr>
          <p:cNvPr id="3" name="object 3"/>
          <p:cNvSpPr txBox="1"/>
          <p:nvPr/>
        </p:nvSpPr>
        <p:spPr>
          <a:xfrm>
            <a:off x="747268" y="2209800"/>
            <a:ext cx="8411210" cy="147861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5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2800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Parasitic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800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Cysticercosis</a:t>
            </a:r>
            <a:r>
              <a:rPr sz="2800" spc="-17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(tapeworm)</a:t>
            </a:r>
            <a:r>
              <a:rPr lang="en-US" sz="2800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Naegleria </a:t>
            </a:r>
            <a:r>
              <a:rPr lang="en-US" sz="2800" i="1" spc="-1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fowleri</a:t>
            </a:r>
            <a:r>
              <a:rPr lang="en-US" sz="2800" i="1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"brain-eating amoeba)</a:t>
            </a:r>
            <a:endParaRPr lang="en-US" sz="2800" i="1" spc="-1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730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2800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Fungal</a:t>
            </a:r>
            <a:r>
              <a:rPr lang="en-US" sz="2800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</a:t>
            </a:r>
            <a:r>
              <a:rPr sz="2800" spc="-13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rarely</a:t>
            </a:r>
            <a:endParaRPr sz="28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Neuroradiology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400" y="4476865"/>
            <a:ext cx="20427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dirty="0">
                <a:latin typeface="Arial"/>
                <a:cs typeface="Arial"/>
              </a:rPr>
              <a:t>Part 1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637909"/>
            <a:ext cx="648081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Basics-</a:t>
            </a:r>
            <a:r>
              <a:rPr spc="-105" dirty="0"/>
              <a:t> </a:t>
            </a:r>
            <a:r>
              <a:rPr dirty="0"/>
              <a:t>Left</a:t>
            </a:r>
            <a:r>
              <a:rPr spc="-105" dirty="0"/>
              <a:t> </a:t>
            </a:r>
            <a:r>
              <a:rPr dirty="0"/>
              <a:t>versus</a:t>
            </a:r>
            <a:r>
              <a:rPr spc="-100" dirty="0"/>
              <a:t> </a:t>
            </a:r>
            <a:r>
              <a:rPr spc="-10" dirty="0"/>
              <a:t>Right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8" y="1720457"/>
            <a:ext cx="8089265" cy="16786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75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Oriented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as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you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are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looking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at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patient</a:t>
            </a:r>
            <a:endParaRPr sz="32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Clr>
                <a:srgbClr val="CC9900"/>
              </a:buClr>
              <a:buSzPct val="65625"/>
              <a:buFont typeface="Arial" panose="020B0604020202020204" pitchFamily="34" charset="0"/>
              <a:buChar char="•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Patient’s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feet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directed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toward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you.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217" y="3804443"/>
            <a:ext cx="2506555" cy="27845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4340" y="3794337"/>
            <a:ext cx="3072552" cy="27962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528181"/>
            <a:ext cx="33686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Imaging</a:t>
            </a:r>
            <a:r>
              <a:rPr spc="-175" dirty="0"/>
              <a:t> </a:t>
            </a:r>
            <a:r>
              <a:rPr spc="-10" dirty="0"/>
              <a:t>Planes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8" y="1422261"/>
            <a:ext cx="3190240" cy="18669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500" dirty="0">
                <a:latin typeface="Arial"/>
                <a:cs typeface="Arial"/>
              </a:rPr>
              <a:t>Three</a:t>
            </a:r>
            <a:r>
              <a:rPr sz="2500" spc="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primary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planes-</a:t>
            </a:r>
            <a:endParaRPr sz="250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8000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500" dirty="0">
                <a:latin typeface="Arial"/>
                <a:cs typeface="Arial"/>
              </a:rPr>
              <a:t>Axial</a:t>
            </a:r>
            <a:r>
              <a:rPr sz="2500" spc="10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(horizontal)</a:t>
            </a:r>
            <a:endParaRPr sz="250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8000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500" spc="-10" dirty="0">
                <a:latin typeface="Arial"/>
                <a:cs typeface="Arial"/>
              </a:rPr>
              <a:t>Sagittal</a:t>
            </a:r>
            <a:endParaRPr sz="250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8000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500" spc="-10" dirty="0">
                <a:latin typeface="Arial"/>
                <a:cs typeface="Arial"/>
              </a:rPr>
              <a:t>Coronal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072" y="3319303"/>
            <a:ext cx="7307421" cy="3254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548" y="381000"/>
            <a:ext cx="8147304" cy="1537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Computerized</a:t>
            </a:r>
            <a:r>
              <a:rPr sz="4000" spc="145" dirty="0"/>
              <a:t> </a:t>
            </a:r>
            <a:r>
              <a:rPr sz="4000" dirty="0"/>
              <a:t>Tomography</a:t>
            </a:r>
            <a:r>
              <a:rPr sz="4000" spc="170" dirty="0"/>
              <a:t> </a:t>
            </a:r>
            <a:r>
              <a:rPr sz="4000" spc="-20" dirty="0"/>
              <a:t>(CT)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47269" y="1482568"/>
            <a:ext cx="4662932" cy="2763577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750"/>
              </a:spcBef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000" dirty="0">
                <a:latin typeface="Arial"/>
                <a:cs typeface="Arial"/>
              </a:rPr>
              <a:t>Developed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X-</a:t>
            </a:r>
            <a:r>
              <a:rPr sz="2000" dirty="0">
                <a:latin typeface="Arial"/>
                <a:cs typeface="Arial"/>
              </a:rPr>
              <a:t>ray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technology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3B812F"/>
              </a:buClr>
            </a:pPr>
            <a:endParaRPr lang="en-US" sz="2800" dirty="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000" dirty="0">
                <a:latin typeface="Arial"/>
                <a:cs typeface="Arial"/>
              </a:rPr>
              <a:t>Measures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radiodensity</a:t>
            </a:r>
            <a:r>
              <a:rPr sz="2000" i="1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Hounsfield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units</a:t>
            </a:r>
            <a:endParaRPr lang="en-US" sz="2000"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54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lang="en-US" dirty="0">
                <a:latin typeface="Arial"/>
                <a:cs typeface="Arial"/>
              </a:rPr>
              <a:t>Dense</a:t>
            </a:r>
            <a:r>
              <a:rPr lang="en-US" spc="-1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tissue</a:t>
            </a:r>
            <a:r>
              <a:rPr lang="en-US" spc="-1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(bone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or</a:t>
            </a:r>
            <a:r>
              <a:rPr lang="en-US" spc="-10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calcifications)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spc="-10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white (light)</a:t>
            </a:r>
            <a:endParaRPr lang="en-US"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64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dirty="0">
                <a:latin typeface="Arial"/>
                <a:cs typeface="Arial"/>
              </a:rPr>
              <a:t>Less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dense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tissue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(air)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=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black</a:t>
            </a:r>
            <a:r>
              <a:rPr lang="en-US" spc="-10" dirty="0">
                <a:latin typeface="Arial"/>
                <a:cs typeface="Arial"/>
              </a:rPr>
              <a:t> (dark)</a:t>
            </a:r>
            <a:endParaRPr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530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  <a:tab pos="4381500" algn="l"/>
              </a:tabLst>
            </a:pPr>
            <a:r>
              <a:rPr spc="-10" dirty="0">
                <a:latin typeface="Arial"/>
                <a:cs typeface="Arial"/>
              </a:rPr>
              <a:t>Intermediate</a:t>
            </a:r>
            <a:r>
              <a:rPr spc="-1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density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=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grey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0DAD4-B954-1AF3-2C83-018033F4D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2133600"/>
            <a:ext cx="3737737" cy="3686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548" y="880838"/>
            <a:ext cx="814730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Visual</a:t>
            </a:r>
            <a:r>
              <a:rPr spc="-100" dirty="0"/>
              <a:t> </a:t>
            </a:r>
            <a:r>
              <a:rPr spc="-20" dirty="0"/>
              <a:t>References</a:t>
            </a:r>
            <a:r>
              <a:rPr lang="en-US" spc="-20" dirty="0"/>
              <a:t> (CT)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47268" y="1651369"/>
            <a:ext cx="5394325" cy="16383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700"/>
              </a:spcBef>
              <a:buClr>
                <a:srgbClr val="CC9900"/>
              </a:buClr>
              <a:buSzPct val="63333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000" dirty="0">
                <a:latin typeface="Arial"/>
                <a:cs typeface="Arial"/>
              </a:rPr>
              <a:t>Air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within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sinuses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is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black</a:t>
            </a:r>
            <a:endParaRPr sz="3000" dirty="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3333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000" dirty="0">
                <a:latin typeface="Arial"/>
                <a:cs typeface="Arial"/>
              </a:rPr>
              <a:t>The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brain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parenchyma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is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grey</a:t>
            </a:r>
            <a:endParaRPr sz="3000" dirty="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3333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000" dirty="0">
                <a:latin typeface="Arial"/>
                <a:cs typeface="Arial"/>
              </a:rPr>
              <a:t>Skull</a:t>
            </a:r>
            <a:r>
              <a:rPr sz="3000" spc="-6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is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bright</a:t>
            </a:r>
            <a:r>
              <a:rPr sz="3000" spc="-6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white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4098" name="Picture 2" descr="Hounsfield Scale - an overview | ScienceDirect Topics">
            <a:extLst>
              <a:ext uri="{FF2B5EF4-FFF2-40B4-BE49-F238E27FC236}">
                <a16:creationId xmlns:a16="http://schemas.microsoft.com/office/drawing/2014/main" id="{C0C1693A-621C-A094-9F02-3B12F59E2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29000"/>
            <a:ext cx="6626452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975" y="837519"/>
            <a:ext cx="814730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Intracranial</a:t>
            </a:r>
            <a:r>
              <a:rPr sz="4000" spc="150" dirty="0"/>
              <a:t> </a:t>
            </a:r>
            <a:r>
              <a:rPr sz="4000" dirty="0"/>
              <a:t>Abnormalities</a:t>
            </a:r>
            <a:r>
              <a:rPr sz="4000" spc="160" dirty="0"/>
              <a:t> </a:t>
            </a:r>
            <a:r>
              <a:rPr sz="4000" spc="-10" dirty="0"/>
              <a:t>Appearances</a:t>
            </a:r>
            <a:r>
              <a:rPr lang="en-US" sz="4000" spc="-10" dirty="0"/>
              <a:t> (CT)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47268" y="2268567"/>
            <a:ext cx="8444865" cy="390363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>
              <a:lnSpc>
                <a:spcPts val="3820"/>
              </a:lnSpc>
              <a:spcBef>
                <a:spcPts val="240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The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appearance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hemorrhage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depends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on </a:t>
            </a:r>
            <a:r>
              <a:rPr sz="3200" dirty="0">
                <a:latin typeface="Arial"/>
                <a:cs typeface="Arial"/>
              </a:rPr>
              <a:t>how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recently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insult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occurred.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CC9900"/>
              </a:buClr>
              <a:buFont typeface="MS PGothic"/>
              <a:buChar char="■"/>
            </a:pPr>
            <a:endParaRPr sz="3950" dirty="0">
              <a:latin typeface="Arial"/>
              <a:cs typeface="Arial"/>
            </a:endParaRPr>
          </a:p>
          <a:p>
            <a:pPr marL="723265" marR="11430" lvl="1" indent="-346075">
              <a:lnSpc>
                <a:spcPts val="3290"/>
              </a:lnSpc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dirty="0">
                <a:latin typeface="Arial"/>
                <a:cs typeface="Arial"/>
              </a:rPr>
              <a:t>Fresh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(acute):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blood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coagulates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rapidly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appears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lang="en-US" sz="2800" spc="-10" dirty="0">
                <a:latin typeface="Arial"/>
                <a:cs typeface="Arial"/>
              </a:rPr>
              <a:t>white</a:t>
            </a:r>
            <a:endParaRPr sz="2800" dirty="0">
              <a:latin typeface="Arial"/>
              <a:cs typeface="Arial"/>
            </a:endParaRPr>
          </a:p>
          <a:p>
            <a:pPr marL="723265" marR="768985" lvl="1" indent="-346075">
              <a:lnSpc>
                <a:spcPts val="3290"/>
              </a:lnSpc>
              <a:spcBef>
                <a:spcPts val="620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dirty="0">
                <a:latin typeface="Arial"/>
                <a:cs typeface="Arial"/>
              </a:rPr>
              <a:t>1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week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(post-</a:t>
            </a:r>
            <a:r>
              <a:rPr sz="2800" dirty="0">
                <a:latin typeface="Arial"/>
                <a:cs typeface="Arial"/>
              </a:rPr>
              <a:t>acute):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clot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breaks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down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is </a:t>
            </a:r>
            <a:r>
              <a:rPr lang="en-US" sz="2800" dirty="0">
                <a:latin typeface="Arial"/>
                <a:cs typeface="Arial"/>
              </a:rPr>
              <a:t>grey, similar to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brain</a:t>
            </a:r>
            <a:endParaRPr sz="2800" dirty="0">
              <a:latin typeface="Arial"/>
              <a:cs typeface="Arial"/>
            </a:endParaRPr>
          </a:p>
          <a:p>
            <a:pPr marL="723265" lvl="1" indent="-346075">
              <a:lnSpc>
                <a:spcPct val="100000"/>
              </a:lnSpc>
              <a:spcBef>
                <a:spcPts val="550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spc="-20" dirty="0">
                <a:latin typeface="Arial"/>
                <a:cs typeface="Arial"/>
              </a:rPr>
              <a:t>2-</a:t>
            </a:r>
            <a:r>
              <a:rPr sz="2800" dirty="0">
                <a:latin typeface="Arial"/>
                <a:cs typeface="Arial"/>
              </a:rPr>
              <a:t>3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weeks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(chronic):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blood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becomes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lang="en-US" sz="2800" spc="-10" dirty="0">
                <a:latin typeface="Arial"/>
                <a:cs typeface="Arial"/>
              </a:rPr>
              <a:t>dark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809" y="1647305"/>
            <a:ext cx="7632191" cy="289316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065" marR="5080">
              <a:lnSpc>
                <a:spcPts val="3790"/>
              </a:lnSpc>
              <a:spcBef>
                <a:spcPts val="265"/>
              </a:spcBef>
              <a:buClr>
                <a:srgbClr val="CC9900"/>
              </a:buClr>
              <a:buSzPct val="65625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Mass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Effect: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lang="en-US" sz="3200" dirty="0">
                <a:latin typeface="Arial"/>
                <a:cs typeface="Arial"/>
              </a:rPr>
              <a:t>additional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lang="en-US" sz="3200" spc="-65" dirty="0">
                <a:latin typeface="Arial"/>
                <a:cs typeface="Arial"/>
              </a:rPr>
              <a:t>mass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distorts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brain’s </a:t>
            </a:r>
            <a:r>
              <a:rPr sz="3200" dirty="0">
                <a:latin typeface="Arial"/>
                <a:cs typeface="Arial"/>
              </a:rPr>
              <a:t>normal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anatomy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by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displacing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and </a:t>
            </a:r>
            <a:r>
              <a:rPr sz="3200" dirty="0">
                <a:latin typeface="Arial"/>
                <a:cs typeface="Arial"/>
              </a:rPr>
              <a:t>compressing</a:t>
            </a:r>
            <a:r>
              <a:rPr sz="3200" spc="-1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structures</a:t>
            </a:r>
            <a:endParaRPr sz="3200" dirty="0">
              <a:latin typeface="Arial"/>
              <a:cs typeface="Arial"/>
            </a:endParaRPr>
          </a:p>
          <a:p>
            <a:pPr marL="982980" marR="3474085" lvl="1" indent="-605155">
              <a:lnSpc>
                <a:spcPct val="115700"/>
              </a:lnSpc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lang="en-US" sz="2000" dirty="0">
                <a:latin typeface="Arial"/>
                <a:cs typeface="Arial"/>
              </a:rPr>
              <a:t>May be caused by tumors, cerebral abscess, infarction and associated edema, hemorrhage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268" y="350317"/>
            <a:ext cx="8701532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Intracranial</a:t>
            </a:r>
            <a:r>
              <a:rPr sz="4000" spc="150" dirty="0"/>
              <a:t> </a:t>
            </a:r>
            <a:r>
              <a:rPr sz="4000" dirty="0"/>
              <a:t>Abnormalities</a:t>
            </a:r>
            <a:r>
              <a:rPr lang="en-US" sz="4000" spc="160" dirty="0"/>
              <a:t> </a:t>
            </a:r>
            <a:r>
              <a:rPr sz="4000" spc="-10" dirty="0"/>
              <a:t>Appearances</a:t>
            </a:r>
            <a:r>
              <a:rPr lang="en-US" sz="4000" spc="-10" dirty="0"/>
              <a:t> (CT)</a:t>
            </a:r>
            <a:br>
              <a:rPr lang="en-US" sz="4000" spc="-10" dirty="0"/>
            </a:br>
            <a:endParaRPr sz="40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4343400"/>
            <a:ext cx="3299182" cy="317652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73D0C50A-8CF9-48C9-2D2F-456643B313E5}"/>
              </a:ext>
            </a:extLst>
          </p:cNvPr>
          <p:cNvPicPr/>
          <p:nvPr/>
        </p:nvPicPr>
        <p:blipFill rotWithShape="1">
          <a:blip r:embed="rId3" cstate="print"/>
          <a:srcRect t="1030" r="70721" b="19363"/>
          <a:stretch/>
        </p:blipFill>
        <p:spPr>
          <a:xfrm>
            <a:off x="3733800" y="4343400"/>
            <a:ext cx="2433998" cy="31659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268" y="1692880"/>
            <a:ext cx="8460740" cy="377380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750"/>
              </a:spcBef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Intravenous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Contrast:</a:t>
            </a:r>
            <a:endParaRPr sz="3200">
              <a:latin typeface="Arial"/>
              <a:cs typeface="Arial"/>
            </a:endParaRPr>
          </a:p>
          <a:p>
            <a:pPr marL="723265" marR="2052320" lvl="1" indent="-346075">
              <a:lnSpc>
                <a:spcPts val="3290"/>
              </a:lnSpc>
              <a:spcBef>
                <a:spcPts val="73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spc="-10" dirty="0">
                <a:latin typeface="Arial"/>
                <a:cs typeface="Arial"/>
              </a:rPr>
              <a:t>Facilitates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visualization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suspected </a:t>
            </a:r>
            <a:r>
              <a:rPr sz="2800" spc="-10" dirty="0">
                <a:latin typeface="Arial"/>
                <a:cs typeface="Arial"/>
              </a:rPr>
              <a:t>abnormalities</a:t>
            </a:r>
            <a:endParaRPr sz="2800">
              <a:latin typeface="Arial"/>
              <a:cs typeface="Arial"/>
            </a:endParaRPr>
          </a:p>
          <a:p>
            <a:pPr marL="723265" marR="5080" lvl="1" indent="-346075">
              <a:lnSpc>
                <a:spcPct val="98200"/>
              </a:lnSpc>
              <a:spcBef>
                <a:spcPts val="60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dirty="0">
                <a:latin typeface="Arial"/>
                <a:cs typeface="Arial"/>
              </a:rPr>
              <a:t>Contains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iodine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(appears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white)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which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helps </a:t>
            </a:r>
            <a:r>
              <a:rPr sz="2800" dirty="0">
                <a:latin typeface="Arial"/>
                <a:cs typeface="Arial"/>
              </a:rPr>
              <a:t>define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areas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high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vascularization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breakdown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blood-brain-</a:t>
            </a:r>
            <a:r>
              <a:rPr sz="2800" spc="-10" dirty="0">
                <a:latin typeface="Arial"/>
                <a:cs typeface="Arial"/>
              </a:rPr>
              <a:t>barrier</a:t>
            </a:r>
            <a:endParaRPr sz="2800">
              <a:latin typeface="Arial"/>
              <a:cs typeface="Arial"/>
            </a:endParaRPr>
          </a:p>
          <a:p>
            <a:pPr marL="723265" marR="646430" lvl="1" indent="-346075">
              <a:lnSpc>
                <a:spcPts val="3290"/>
              </a:lnSpc>
              <a:spcBef>
                <a:spcPts val="720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dirty="0">
                <a:latin typeface="Arial"/>
                <a:cs typeface="Arial"/>
              </a:rPr>
              <a:t>Compare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IV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contrast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non-</a:t>
            </a:r>
            <a:r>
              <a:rPr sz="2800" dirty="0">
                <a:latin typeface="Arial"/>
                <a:cs typeface="Arial"/>
              </a:rPr>
              <a:t>contrast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for </a:t>
            </a:r>
            <a:r>
              <a:rPr sz="2800" spc="-10" dirty="0">
                <a:latin typeface="Arial"/>
                <a:cs typeface="Arial"/>
              </a:rPr>
              <a:t>diagnosis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268" y="485336"/>
            <a:ext cx="8701532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Intracranial</a:t>
            </a:r>
            <a:r>
              <a:rPr sz="4000" spc="150" dirty="0"/>
              <a:t> </a:t>
            </a:r>
            <a:r>
              <a:rPr sz="4000" dirty="0"/>
              <a:t>Abnormalities</a:t>
            </a:r>
            <a:r>
              <a:rPr sz="4000" spc="160" dirty="0"/>
              <a:t> </a:t>
            </a:r>
            <a:r>
              <a:rPr sz="4000" spc="-10" dirty="0"/>
              <a:t>Appearances</a:t>
            </a:r>
            <a:r>
              <a:rPr lang="en-US" sz="4000" spc="-10" dirty="0"/>
              <a:t> (CT)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094BB-2DB5-5DB0-AF30-25800E346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181600"/>
            <a:ext cx="4129532" cy="24434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268" y="528181"/>
            <a:ext cx="870153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Magnetic</a:t>
            </a:r>
            <a:r>
              <a:rPr sz="4800" spc="-200" dirty="0"/>
              <a:t> </a:t>
            </a:r>
            <a:r>
              <a:rPr sz="4800" dirty="0"/>
              <a:t>Resonance</a:t>
            </a:r>
            <a:r>
              <a:rPr sz="4800" spc="-185" dirty="0"/>
              <a:t> </a:t>
            </a:r>
            <a:r>
              <a:rPr sz="4800" dirty="0"/>
              <a:t>Imaging</a:t>
            </a:r>
            <a:r>
              <a:rPr sz="4800" spc="-190" dirty="0"/>
              <a:t> </a:t>
            </a:r>
            <a:r>
              <a:rPr sz="4800" spc="-10" dirty="0"/>
              <a:t>(MRI)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268" y="1828800"/>
            <a:ext cx="7463155" cy="1170833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5"/>
              </a:spcBef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Provides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excellent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images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soft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tissue</a:t>
            </a:r>
            <a:endParaRPr sz="3200" dirty="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670"/>
              </a:spcBef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Takes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longer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than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CT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470" y="1378743"/>
            <a:ext cx="1293705" cy="54881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47434"/>
            <a:ext cx="8147304" cy="1537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Magnetic</a:t>
            </a:r>
            <a:r>
              <a:rPr spc="-200" dirty="0"/>
              <a:t> </a:t>
            </a:r>
            <a:r>
              <a:rPr dirty="0"/>
              <a:t>Resonance</a:t>
            </a:r>
            <a:r>
              <a:rPr spc="-185" dirty="0"/>
              <a:t> </a:t>
            </a:r>
            <a:r>
              <a:rPr dirty="0"/>
              <a:t>Imaging</a:t>
            </a:r>
            <a:r>
              <a:rPr spc="-190" dirty="0"/>
              <a:t> </a:t>
            </a:r>
            <a:r>
              <a:rPr spc="-10" dirty="0"/>
              <a:t>(MRI)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7268" y="1288657"/>
            <a:ext cx="6656070" cy="5667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75920" marR="1101725" indent="-363855">
              <a:lnSpc>
                <a:spcPts val="3500"/>
              </a:lnSpc>
              <a:spcBef>
                <a:spcPts val="300"/>
              </a:spcBef>
              <a:buClr>
                <a:srgbClr val="CC9900"/>
              </a:buClr>
              <a:buSzPct val="63333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000" dirty="0">
                <a:latin typeface="Arial"/>
                <a:cs typeface="Arial"/>
              </a:rPr>
              <a:t>Uses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magnetic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fields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radio frequency</a:t>
            </a:r>
            <a:endParaRPr sz="3000" dirty="0">
              <a:latin typeface="Arial"/>
              <a:cs typeface="Arial"/>
            </a:endParaRPr>
          </a:p>
          <a:p>
            <a:pPr marL="375920" marR="118745" indent="-363855">
              <a:lnSpc>
                <a:spcPct val="98200"/>
              </a:lnSpc>
              <a:spcBef>
                <a:spcPts val="665"/>
              </a:spcBef>
              <a:buClr>
                <a:srgbClr val="CC9900"/>
              </a:buClr>
              <a:buSzPct val="63333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000" dirty="0">
                <a:latin typeface="Arial"/>
                <a:cs typeface="Arial"/>
              </a:rPr>
              <a:t>Tuned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to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create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images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by </a:t>
            </a:r>
            <a:r>
              <a:rPr sz="3000" dirty="0">
                <a:latin typeface="Arial"/>
                <a:cs typeface="Arial"/>
              </a:rPr>
              <a:t>manipulating</a:t>
            </a:r>
            <a:r>
              <a:rPr sz="3000" spc="-1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protons</a:t>
            </a:r>
            <a:r>
              <a:rPr sz="3000" spc="-13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(hydrogen </a:t>
            </a:r>
            <a:r>
              <a:rPr sz="3000" dirty="0">
                <a:latin typeface="Arial"/>
                <a:cs typeface="Arial"/>
              </a:rPr>
              <a:t>atoms,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high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concentration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water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fat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the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body)</a:t>
            </a:r>
            <a:endParaRPr sz="3000" dirty="0">
              <a:latin typeface="Arial"/>
              <a:cs typeface="Arial"/>
            </a:endParaRPr>
          </a:p>
          <a:p>
            <a:pPr marL="375920" marR="5080" indent="-363855">
              <a:lnSpc>
                <a:spcPct val="98700"/>
              </a:lnSpc>
              <a:spcBef>
                <a:spcPts val="740"/>
              </a:spcBef>
              <a:buClr>
                <a:srgbClr val="CC9900"/>
              </a:buClr>
              <a:buSzPct val="63333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000" dirty="0">
                <a:latin typeface="Arial"/>
                <a:cs typeface="Arial"/>
              </a:rPr>
              <a:t>Differences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proton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density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and </a:t>
            </a:r>
            <a:r>
              <a:rPr sz="3000" dirty="0">
                <a:latin typeface="Arial"/>
                <a:cs typeface="Arial"/>
              </a:rPr>
              <a:t>molecular</a:t>
            </a:r>
            <a:r>
              <a:rPr sz="3000" spc="-1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structure</a:t>
            </a:r>
            <a:r>
              <a:rPr sz="3000" spc="-1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surrounding</a:t>
            </a:r>
            <a:r>
              <a:rPr sz="3000" spc="-13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them </a:t>
            </a:r>
            <a:r>
              <a:rPr sz="3000" dirty="0">
                <a:latin typeface="Arial"/>
                <a:cs typeface="Arial"/>
              </a:rPr>
              <a:t>leads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to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protons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giving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off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different </a:t>
            </a:r>
            <a:r>
              <a:rPr sz="3000" dirty="0">
                <a:latin typeface="Arial"/>
                <a:cs typeface="Arial"/>
              </a:rPr>
              <a:t>RF</a:t>
            </a:r>
            <a:r>
              <a:rPr sz="3000" spc="-130" dirty="0">
                <a:latin typeface="Arial"/>
                <a:cs typeface="Arial"/>
              </a:rPr>
              <a:t> </a:t>
            </a:r>
            <a:r>
              <a:rPr lang="en-US" sz="3000" spc="-130" dirty="0">
                <a:latin typeface="Arial"/>
                <a:cs typeface="Arial"/>
              </a:rPr>
              <a:t>(radio frequency) </a:t>
            </a:r>
            <a:r>
              <a:rPr sz="3000" dirty="0">
                <a:latin typeface="Arial"/>
                <a:cs typeface="Arial"/>
              </a:rPr>
              <a:t>signal</a:t>
            </a:r>
            <a:r>
              <a:rPr sz="3000" spc="-10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characteristics</a:t>
            </a:r>
            <a:r>
              <a:rPr sz="3000" spc="-11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which </a:t>
            </a:r>
            <a:r>
              <a:rPr sz="3000" dirty="0">
                <a:latin typeface="Arial"/>
                <a:cs typeface="Arial"/>
              </a:rPr>
              <a:t>results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tissues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contrast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83" y="457200"/>
            <a:ext cx="8147304" cy="1537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Magnetic</a:t>
            </a:r>
            <a:r>
              <a:rPr spc="-200" dirty="0"/>
              <a:t> </a:t>
            </a:r>
            <a:r>
              <a:rPr dirty="0"/>
              <a:t>Resonance</a:t>
            </a:r>
            <a:r>
              <a:rPr spc="-185" dirty="0"/>
              <a:t> </a:t>
            </a:r>
            <a:r>
              <a:rPr dirty="0"/>
              <a:t>Imaging</a:t>
            </a:r>
            <a:r>
              <a:rPr spc="-190" dirty="0"/>
              <a:t> </a:t>
            </a:r>
            <a:r>
              <a:rPr spc="-10" dirty="0"/>
              <a:t>(MRI)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2057400"/>
            <a:ext cx="8510270" cy="45885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75920" marR="630555" indent="-363855">
              <a:lnSpc>
                <a:spcPts val="2500"/>
              </a:lnSpc>
              <a:spcBef>
                <a:spcPts val="200"/>
              </a:spcBef>
              <a:buClr>
                <a:srgbClr val="CC9900"/>
              </a:buClr>
              <a:buSzPct val="66666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The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patient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lies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on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table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along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direction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magnetic field.</a:t>
            </a:r>
            <a:endParaRPr sz="2100" dirty="0">
              <a:latin typeface="Arial"/>
              <a:cs typeface="Arial"/>
            </a:endParaRPr>
          </a:p>
          <a:p>
            <a:pPr marL="375920" marR="816610" indent="-363855">
              <a:lnSpc>
                <a:spcPct val="102899"/>
              </a:lnSpc>
              <a:spcBef>
                <a:spcPts val="345"/>
              </a:spcBef>
              <a:buClr>
                <a:srgbClr val="CC9900"/>
              </a:buClr>
              <a:buSzPct val="66666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All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protons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within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patient's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body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align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with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this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main </a:t>
            </a:r>
            <a:r>
              <a:rPr sz="2100" dirty="0">
                <a:latin typeface="Arial"/>
                <a:cs typeface="Arial"/>
              </a:rPr>
              <a:t>magnetic</a:t>
            </a:r>
            <a:r>
              <a:rPr sz="2100" spc="7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field.</a:t>
            </a:r>
            <a:endParaRPr sz="2100" dirty="0">
              <a:latin typeface="Arial"/>
              <a:cs typeface="Arial"/>
            </a:endParaRPr>
          </a:p>
          <a:p>
            <a:pPr marL="375920" marR="855980" indent="-363855">
              <a:lnSpc>
                <a:spcPts val="2500"/>
              </a:lnSpc>
              <a:spcBef>
                <a:spcPts val="580"/>
              </a:spcBef>
              <a:buClr>
                <a:srgbClr val="CC9900"/>
              </a:buClr>
              <a:buSzPct val="66666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The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protons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are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then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excited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by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RF</a:t>
            </a:r>
            <a:r>
              <a:rPr sz="2100" spc="-1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pulse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which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elevates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hydrogen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atoms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excited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state.</a:t>
            </a:r>
            <a:endParaRPr sz="2100" dirty="0">
              <a:latin typeface="Arial"/>
              <a:cs typeface="Arial"/>
            </a:endParaRPr>
          </a:p>
          <a:p>
            <a:pPr marL="376555" indent="-363855">
              <a:lnSpc>
                <a:spcPct val="100000"/>
              </a:lnSpc>
              <a:spcBef>
                <a:spcPts val="490"/>
              </a:spcBef>
              <a:buClr>
                <a:srgbClr val="CC9900"/>
              </a:buClr>
              <a:buSzPct val="66666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These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hydrogen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atoms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then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relax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their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normal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resting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state.</a:t>
            </a:r>
            <a:endParaRPr sz="2100" dirty="0">
              <a:latin typeface="Arial"/>
              <a:cs typeface="Arial"/>
            </a:endParaRPr>
          </a:p>
          <a:p>
            <a:pPr marL="375920" marR="713105" indent="-363855">
              <a:lnSpc>
                <a:spcPts val="2500"/>
              </a:lnSpc>
              <a:spcBef>
                <a:spcPts val="580"/>
              </a:spcBef>
              <a:buClr>
                <a:srgbClr val="CC9900"/>
              </a:buClr>
              <a:buSzPct val="66666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However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time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that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it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takes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for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each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hydrogen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atom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relax </a:t>
            </a:r>
            <a:r>
              <a:rPr sz="2100" dirty="0">
                <a:latin typeface="Arial"/>
                <a:cs typeface="Arial"/>
              </a:rPr>
              <a:t>depends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on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their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local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tissue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environment.</a:t>
            </a:r>
            <a:endParaRPr sz="2100" dirty="0">
              <a:latin typeface="Arial"/>
              <a:cs typeface="Arial"/>
            </a:endParaRPr>
          </a:p>
          <a:p>
            <a:pPr marL="375920" marR="307340" indent="-363855">
              <a:lnSpc>
                <a:spcPts val="2500"/>
              </a:lnSpc>
              <a:spcBef>
                <a:spcPts val="620"/>
              </a:spcBef>
              <a:buClr>
                <a:srgbClr val="CC9900"/>
              </a:buClr>
              <a:buSzPct val="66666"/>
              <a:buFont typeface="MS PGothic"/>
              <a:buChar char="■"/>
              <a:tabLst>
                <a:tab pos="450215" algn="l"/>
                <a:tab pos="450850" algn="l"/>
              </a:tabLst>
            </a:pPr>
            <a:r>
              <a:rPr dirty="0"/>
              <a:t>	</a:t>
            </a:r>
            <a:r>
              <a:rPr sz="2100" dirty="0">
                <a:latin typeface="Arial"/>
                <a:cs typeface="Arial"/>
              </a:rPr>
              <a:t>Hydrogen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atoms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water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relax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at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different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rates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than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hydrogen</a:t>
            </a:r>
            <a:r>
              <a:rPr sz="2100" spc="45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in </a:t>
            </a:r>
            <a:r>
              <a:rPr sz="2100" dirty="0">
                <a:latin typeface="Arial"/>
                <a:cs typeface="Arial"/>
              </a:rPr>
              <a:t>soft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tissue.</a:t>
            </a:r>
            <a:endParaRPr sz="2100" dirty="0">
              <a:latin typeface="Arial"/>
              <a:cs typeface="Arial"/>
            </a:endParaRPr>
          </a:p>
          <a:p>
            <a:pPr marL="375920" marR="5080" indent="-363855">
              <a:lnSpc>
                <a:spcPts val="2500"/>
              </a:lnSpc>
              <a:spcBef>
                <a:spcPts val="590"/>
              </a:spcBef>
              <a:buClr>
                <a:srgbClr val="CC9900"/>
              </a:buClr>
              <a:buSzPct val="66666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100" dirty="0">
                <a:latin typeface="Arial"/>
                <a:cs typeface="Arial"/>
              </a:rPr>
              <a:t>It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is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this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difference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relaxation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times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that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enables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us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generate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an </a:t>
            </a:r>
            <a:r>
              <a:rPr sz="2100" dirty="0">
                <a:latin typeface="Arial"/>
                <a:cs typeface="Arial"/>
              </a:rPr>
              <a:t>MR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image.</a:t>
            </a:r>
            <a:endParaRPr sz="2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1C904E-6C20-3272-8B1B-210F8DE1150B}"/>
              </a:ext>
            </a:extLst>
          </p:cNvPr>
          <p:cNvSpPr txBox="1"/>
          <p:nvPr/>
        </p:nvSpPr>
        <p:spPr>
          <a:xfrm>
            <a:off x="2514600" y="35630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https://www.youtube.com/watch?v=1CGzk-nV06g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32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548" y="457200"/>
            <a:ext cx="8147304" cy="1537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Magnetic</a:t>
            </a:r>
            <a:r>
              <a:rPr spc="-200" dirty="0"/>
              <a:t> </a:t>
            </a:r>
            <a:r>
              <a:rPr dirty="0"/>
              <a:t>Resonance</a:t>
            </a:r>
            <a:r>
              <a:rPr spc="-185" dirty="0"/>
              <a:t> </a:t>
            </a:r>
            <a:r>
              <a:rPr dirty="0"/>
              <a:t>Imaging</a:t>
            </a:r>
            <a:r>
              <a:rPr spc="-190" dirty="0"/>
              <a:t> </a:t>
            </a:r>
            <a:r>
              <a:rPr spc="-10" dirty="0"/>
              <a:t>(MRI)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411" y="1595489"/>
            <a:ext cx="8286115" cy="5324791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76555" marR="517525" indent="-363855">
              <a:lnSpc>
                <a:spcPct val="88400"/>
              </a:lnSpc>
              <a:spcBef>
                <a:spcPts val="545"/>
              </a:spcBef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  <a:tab pos="2709545" algn="l"/>
              </a:tabLst>
            </a:pPr>
            <a:r>
              <a:rPr sz="3200" spc="-10" dirty="0">
                <a:latin typeface="Arial"/>
                <a:cs typeface="Arial"/>
              </a:rPr>
              <a:t>T1-</a:t>
            </a:r>
            <a:r>
              <a:rPr sz="3200" dirty="0">
                <a:latin typeface="Arial"/>
                <a:cs typeface="Arial"/>
              </a:rPr>
              <a:t>weighted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image: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measures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the </a:t>
            </a:r>
            <a:r>
              <a:rPr sz="3200" spc="-10" dirty="0">
                <a:latin typeface="Arial"/>
                <a:cs typeface="Arial"/>
              </a:rPr>
              <a:t>realignment</a:t>
            </a:r>
            <a:r>
              <a:rPr sz="3200" dirty="0">
                <a:latin typeface="Arial"/>
                <a:cs typeface="Arial"/>
              </a:rPr>
              <a:t>	of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original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magnetic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field </a:t>
            </a:r>
            <a:r>
              <a:rPr sz="3200" dirty="0">
                <a:latin typeface="Arial"/>
                <a:cs typeface="Arial"/>
              </a:rPr>
              <a:t>following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RF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pulse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(“righting”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component)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C9900"/>
              </a:buClr>
              <a:buFont typeface="MS PGothic"/>
              <a:buChar char="■"/>
            </a:pPr>
            <a:endParaRPr sz="4350" dirty="0">
              <a:latin typeface="Arial"/>
              <a:cs typeface="Arial"/>
            </a:endParaRPr>
          </a:p>
          <a:p>
            <a:pPr marL="376555" marR="340995" indent="-363855">
              <a:lnSpc>
                <a:spcPts val="3410"/>
              </a:lnSpc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200" spc="-10" dirty="0">
                <a:latin typeface="Arial"/>
                <a:cs typeface="Arial"/>
              </a:rPr>
              <a:t>T2-</a:t>
            </a:r>
            <a:r>
              <a:rPr sz="3200" dirty="0">
                <a:latin typeface="Arial"/>
                <a:cs typeface="Arial"/>
              </a:rPr>
              <a:t>weighted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image: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measures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protons </a:t>
            </a:r>
            <a:r>
              <a:rPr sz="3200" dirty="0">
                <a:latin typeface="Arial"/>
                <a:cs typeface="Arial"/>
              </a:rPr>
              <a:t>falling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out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synchrony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(“dephasing” component</a:t>
            </a:r>
            <a:r>
              <a:rPr lang="en-US" sz="3200" spc="-10" dirty="0">
                <a:latin typeface="Arial"/>
                <a:cs typeface="Arial"/>
              </a:rPr>
              <a:t>)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CC9900"/>
              </a:buClr>
              <a:buFont typeface="MS PGothic"/>
              <a:buChar char="■"/>
            </a:pPr>
            <a:endParaRPr sz="4350" dirty="0">
              <a:latin typeface="Arial"/>
              <a:cs typeface="Arial"/>
            </a:endParaRPr>
          </a:p>
          <a:p>
            <a:pPr marL="376555" marR="5080" indent="-363855">
              <a:lnSpc>
                <a:spcPts val="3379"/>
              </a:lnSpc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lang="en-US" sz="3200" dirty="0">
                <a:latin typeface="Arial"/>
                <a:cs typeface="Arial"/>
              </a:rPr>
              <a:t>Proton (spin) </a:t>
            </a:r>
            <a:r>
              <a:rPr sz="3200" dirty="0">
                <a:latin typeface="Arial"/>
                <a:cs typeface="Arial"/>
              </a:rPr>
              <a:t>density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weighted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image: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measures </a:t>
            </a:r>
            <a:r>
              <a:rPr sz="3200" dirty="0">
                <a:latin typeface="Arial"/>
                <a:cs typeface="Arial"/>
              </a:rPr>
              <a:t>number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magnetizable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protons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per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volume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2853" y="380661"/>
            <a:ext cx="3837206" cy="3410850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D75D2C14-9240-91C6-1AB5-DC3C267075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40092" y="380661"/>
            <a:ext cx="3870741" cy="3410851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6722BB62-4281-0D47-F751-1154FE195B6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48000" y="3977338"/>
            <a:ext cx="3627463" cy="34108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404D40C-B5B3-24E4-E5A8-A42913C9FA0C}"/>
              </a:ext>
            </a:extLst>
          </p:cNvPr>
          <p:cNvSpPr/>
          <p:nvPr/>
        </p:nvSpPr>
        <p:spPr>
          <a:xfrm rot="3751243">
            <a:off x="1143000" y="228600"/>
            <a:ext cx="304567" cy="152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DDB773D-7F28-162A-F687-411C9E5B5D0D}"/>
              </a:ext>
            </a:extLst>
          </p:cNvPr>
          <p:cNvSpPr/>
          <p:nvPr/>
        </p:nvSpPr>
        <p:spPr>
          <a:xfrm rot="7013075">
            <a:off x="5638724" y="134425"/>
            <a:ext cx="304567" cy="152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4625736"/>
            <a:ext cx="3077839" cy="2735857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D75D2C14-9240-91C6-1AB5-DC3C267075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93224" y="4625736"/>
            <a:ext cx="3138945" cy="2766002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6722BB62-4281-0D47-F751-1154FE195B6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88976" y="4595591"/>
            <a:ext cx="2941663" cy="27660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735882-4392-A521-4CC0-78D4AA6CEA0A}"/>
              </a:ext>
            </a:extLst>
          </p:cNvPr>
          <p:cNvSpPr/>
          <p:nvPr/>
        </p:nvSpPr>
        <p:spPr>
          <a:xfrm>
            <a:off x="609600" y="4664947"/>
            <a:ext cx="547963" cy="174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6CF02-4366-5248-8D5D-F754DE9FA6BD}"/>
              </a:ext>
            </a:extLst>
          </p:cNvPr>
          <p:cNvSpPr/>
          <p:nvPr/>
        </p:nvSpPr>
        <p:spPr>
          <a:xfrm>
            <a:off x="6858000" y="4625736"/>
            <a:ext cx="547963" cy="174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3FBECB-B3CD-19BE-D065-B6100691C71E}"/>
              </a:ext>
            </a:extLst>
          </p:cNvPr>
          <p:cNvSpPr/>
          <p:nvPr/>
        </p:nvSpPr>
        <p:spPr>
          <a:xfrm>
            <a:off x="3663679" y="4664947"/>
            <a:ext cx="547963" cy="174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F64C5-F81B-2AB5-3BC0-B13369332556}"/>
              </a:ext>
            </a:extLst>
          </p:cNvPr>
          <p:cNvSpPr txBox="1"/>
          <p:nvPr/>
        </p:nvSpPr>
        <p:spPr>
          <a:xfrm>
            <a:off x="685800" y="11430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Activity: Is each image T1-Weighted, T2-Weighted or Proton density weighted?</a:t>
            </a:r>
          </a:p>
        </p:txBody>
      </p:sp>
    </p:spTree>
    <p:extLst>
      <p:ext uri="{BB962C8B-B14F-4D97-AF65-F5344CB8AC3E}">
        <p14:creationId xmlns:p14="http://schemas.microsoft.com/office/powerpoint/2010/main" val="141603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2853" y="380661"/>
            <a:ext cx="3837206" cy="3410850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D75D2C14-9240-91C6-1AB5-DC3C267075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40092" y="380661"/>
            <a:ext cx="3870741" cy="3410851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6722BB62-4281-0D47-F751-1154FE195B6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48000" y="3977338"/>
            <a:ext cx="3627463" cy="34108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404D40C-B5B3-24E4-E5A8-A42913C9FA0C}"/>
              </a:ext>
            </a:extLst>
          </p:cNvPr>
          <p:cNvSpPr/>
          <p:nvPr/>
        </p:nvSpPr>
        <p:spPr>
          <a:xfrm rot="3751243">
            <a:off x="1143000" y="228600"/>
            <a:ext cx="304567" cy="152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DDB773D-7F28-162A-F687-411C9E5B5D0D}"/>
              </a:ext>
            </a:extLst>
          </p:cNvPr>
          <p:cNvSpPr/>
          <p:nvPr/>
        </p:nvSpPr>
        <p:spPr>
          <a:xfrm rot="7013075">
            <a:off x="5638724" y="134425"/>
            <a:ext cx="304567" cy="152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24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166" y="2057400"/>
            <a:ext cx="8500110" cy="389255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75920" marR="47625" indent="-363855">
              <a:spcBef>
                <a:spcPts val="265"/>
              </a:spcBef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2800" dirty="0">
                <a:latin typeface="Arial"/>
                <a:cs typeface="Arial"/>
              </a:rPr>
              <a:t>Gadolinium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contrast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agent,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produces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bright </a:t>
            </a:r>
            <a:r>
              <a:rPr sz="2800" dirty="0">
                <a:latin typeface="Arial"/>
                <a:cs typeface="Arial"/>
              </a:rPr>
              <a:t>signals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areas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increased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vascularity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or </a:t>
            </a:r>
            <a:r>
              <a:rPr sz="2800" dirty="0">
                <a:latin typeface="Arial"/>
                <a:cs typeface="Arial"/>
              </a:rPr>
              <a:t>breakdown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blood-</a:t>
            </a:r>
            <a:r>
              <a:rPr sz="2800" dirty="0">
                <a:latin typeface="Arial"/>
                <a:cs typeface="Arial"/>
              </a:rPr>
              <a:t>brain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barrier</a:t>
            </a:r>
            <a:endParaRPr sz="2800" dirty="0">
              <a:latin typeface="Arial"/>
              <a:cs typeface="Arial"/>
            </a:endParaRPr>
          </a:p>
          <a:p>
            <a:pPr marL="376555" indent="-363855">
              <a:spcBef>
                <a:spcPts val="560"/>
              </a:spcBef>
              <a:buClr>
                <a:srgbClr val="CC9900"/>
              </a:buClr>
              <a:buSzPct val="65625"/>
              <a:buFont typeface="MS PGothic"/>
              <a:buChar char="■"/>
              <a:tabLst>
                <a:tab pos="375920" algn="l"/>
                <a:tab pos="376555" algn="l"/>
              </a:tabLst>
            </a:pPr>
            <a:r>
              <a:rPr sz="3200" dirty="0">
                <a:latin typeface="Arial"/>
                <a:cs typeface="Arial"/>
              </a:rPr>
              <a:t>Intracranial</a:t>
            </a:r>
            <a:r>
              <a:rPr sz="3200" spc="-1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Hemorrhage:</a:t>
            </a:r>
            <a:endParaRPr sz="3200" dirty="0">
              <a:latin typeface="Arial"/>
              <a:cs typeface="Arial"/>
            </a:endParaRPr>
          </a:p>
          <a:p>
            <a:pPr marL="723265" lvl="1" indent="-346075">
              <a:spcBef>
                <a:spcPts val="66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dirty="0">
                <a:latin typeface="Arial"/>
                <a:cs typeface="Arial"/>
              </a:rPr>
              <a:t>Acute: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grey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both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T1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T2</a:t>
            </a:r>
            <a:endParaRPr sz="2800" dirty="0">
              <a:latin typeface="Arial"/>
              <a:cs typeface="Arial"/>
            </a:endParaRPr>
          </a:p>
          <a:p>
            <a:pPr marL="723265" marR="5080" lvl="1" indent="-346075">
              <a:spcBef>
                <a:spcPts val="585"/>
              </a:spcBef>
              <a:buClr>
                <a:srgbClr val="3B812F"/>
              </a:buClr>
              <a:buSzPct val="60714"/>
              <a:buFont typeface="MS PGothic"/>
              <a:buChar char="□"/>
              <a:tabLst>
                <a:tab pos="723265" algn="l"/>
                <a:tab pos="723900" algn="l"/>
              </a:tabLst>
            </a:pPr>
            <a:r>
              <a:rPr sz="2800" dirty="0">
                <a:latin typeface="Arial"/>
                <a:cs typeface="Arial"/>
              </a:rPr>
              <a:t>Subacute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(older):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center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has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different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composition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periphery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typically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bright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center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darker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rim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268" y="789801"/>
            <a:ext cx="79082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Intracranial</a:t>
            </a:r>
            <a:r>
              <a:rPr sz="4000" spc="150" dirty="0"/>
              <a:t> </a:t>
            </a:r>
            <a:r>
              <a:rPr sz="4000" dirty="0"/>
              <a:t>Abnormalities</a:t>
            </a:r>
            <a:r>
              <a:rPr sz="4000" spc="160" dirty="0"/>
              <a:t> </a:t>
            </a:r>
            <a:r>
              <a:rPr sz="4000" spc="-10" dirty="0"/>
              <a:t>Appearances</a:t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FE0B-B159-5375-C290-0DC007D7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Due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EAF1E-8E8E-639C-EF6A-F12486473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7719" indent="0">
              <a:buNone/>
            </a:pPr>
            <a:r>
              <a:rPr lang="en-US" sz="2400" dirty="0"/>
              <a:t>Next week:</a:t>
            </a:r>
          </a:p>
          <a:p>
            <a:r>
              <a:rPr lang="en-US" dirty="0"/>
              <a:t>Quiz 4 </a:t>
            </a:r>
          </a:p>
          <a:p>
            <a:r>
              <a:rPr lang="en-US" dirty="0"/>
              <a:t>Assignment 5 due before 11:59 pm</a:t>
            </a:r>
          </a:p>
        </p:txBody>
      </p:sp>
    </p:spTree>
    <p:extLst>
      <p:ext uri="{BB962C8B-B14F-4D97-AF65-F5344CB8AC3E}">
        <p14:creationId xmlns:p14="http://schemas.microsoft.com/office/powerpoint/2010/main" val="76027356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7906</TotalTime>
  <Words>1233</Words>
  <Application>Microsoft Office PowerPoint</Application>
  <PresentationFormat>Custom</PresentationFormat>
  <Paragraphs>154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MS PGothic</vt:lpstr>
      <vt:lpstr>Arial</vt:lpstr>
      <vt:lpstr>Calibri</vt:lpstr>
      <vt:lpstr>Corbel</vt:lpstr>
      <vt:lpstr>Garamond</vt:lpstr>
      <vt:lpstr>Basis</vt:lpstr>
      <vt:lpstr>Lab 5</vt:lpstr>
      <vt:lpstr>Neurological Exam: A kind of quick exam (before ordering a CT/MRI) you might give in order to discern where damage is</vt:lpstr>
      <vt:lpstr>Neurological Exam</vt:lpstr>
      <vt:lpstr>PowerPoint Presentation</vt:lpstr>
      <vt:lpstr>Intracranial Mass Lesion</vt:lpstr>
      <vt:lpstr>Intracranial Mass Lesion</vt:lpstr>
      <vt:lpstr>Elevated Intracranial Pressure </vt:lpstr>
      <vt:lpstr>Brain Herniation Syndromes</vt:lpstr>
      <vt:lpstr>Intracranial Hemorrhage</vt:lpstr>
      <vt:lpstr>Hydrocephalus</vt:lpstr>
      <vt:lpstr>Brain Tumors</vt:lpstr>
      <vt:lpstr>Infectious Disorders of the Nervous System</vt:lpstr>
      <vt:lpstr>Infectious Disorders of the Nervous System</vt:lpstr>
      <vt:lpstr>Neuroradiology</vt:lpstr>
      <vt:lpstr>The Basics- Left versus Right</vt:lpstr>
      <vt:lpstr>Imaging Planes</vt:lpstr>
      <vt:lpstr>Computerized Tomography (CT)</vt:lpstr>
      <vt:lpstr>Visual References (CT)</vt:lpstr>
      <vt:lpstr>Intracranial Abnormalities Appearances (CT)</vt:lpstr>
      <vt:lpstr>Intracranial Abnormalities Appearances (CT) </vt:lpstr>
      <vt:lpstr>Intracranial Abnormalities Appearances (CT)</vt:lpstr>
      <vt:lpstr>Magnetic Resonance Imaging (MRI)</vt:lpstr>
      <vt:lpstr>Magnetic Resonance Imaging (MRI)</vt:lpstr>
      <vt:lpstr>Magnetic Resonance Imaging (MRI)</vt:lpstr>
      <vt:lpstr>PowerPoint Presentation</vt:lpstr>
      <vt:lpstr>Magnetic Resonance Imaging (MRI)</vt:lpstr>
      <vt:lpstr>PowerPoint Presentation</vt:lpstr>
      <vt:lpstr>PowerPoint Presentation</vt:lpstr>
      <vt:lpstr>PowerPoint Presentation</vt:lpstr>
      <vt:lpstr>Intracranial Abnormalities Appearances</vt:lpstr>
      <vt:lpstr>Due Dates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Neuroradiology</dc:title>
  <cp:lastModifiedBy>Dejeux, Mariana</cp:lastModifiedBy>
  <cp:revision>12</cp:revision>
  <dcterms:created xsi:type="dcterms:W3CDTF">2022-10-03T16:27:46Z</dcterms:created>
  <dcterms:modified xsi:type="dcterms:W3CDTF">2024-02-20T17:44:40Z</dcterms:modified>
</cp:coreProperties>
</file>