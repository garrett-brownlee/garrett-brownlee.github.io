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09" r:id="rId1"/>
  </p:sldMasterIdLst>
  <p:notesMasterIdLst>
    <p:notesMasterId r:id="rId23"/>
  </p:notesMasterIdLst>
  <p:sldIdLst>
    <p:sldId id="270" r:id="rId2"/>
    <p:sldId id="282" r:id="rId3"/>
    <p:sldId id="257" r:id="rId4"/>
    <p:sldId id="271" r:id="rId5"/>
    <p:sldId id="272" r:id="rId6"/>
    <p:sldId id="273" r:id="rId7"/>
    <p:sldId id="298" r:id="rId8"/>
    <p:sldId id="278" r:id="rId9"/>
    <p:sldId id="264" r:id="rId10"/>
    <p:sldId id="259" r:id="rId11"/>
    <p:sldId id="260" r:id="rId12"/>
    <p:sldId id="288" r:id="rId13"/>
    <p:sldId id="296" r:id="rId14"/>
    <p:sldId id="290" r:id="rId15"/>
    <p:sldId id="292" r:id="rId16"/>
    <p:sldId id="291" r:id="rId17"/>
    <p:sldId id="295" r:id="rId18"/>
    <p:sldId id="299" r:id="rId19"/>
    <p:sldId id="301" r:id="rId20"/>
    <p:sldId id="300" r:id="rId21"/>
    <p:sldId id="269" r:id="rId22"/>
  </p:sldIdLst>
  <p:sldSz cx="10058400" cy="7772400"/>
  <p:notesSz cx="10058400" cy="77724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5732433-E5CA-4CCA-B2B5-51B7EEFD6728}" v="29" dt="2024-02-26T17:57:34.55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9945" autoAdjust="0"/>
  </p:normalViewPr>
  <p:slideViewPr>
    <p:cSldViewPr>
      <p:cViewPr varScale="1">
        <p:scale>
          <a:sx n="112" d="100"/>
          <a:sy n="112" d="100"/>
        </p:scale>
        <p:origin x="2886" y="11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rvaiz, David" userId="c8d6af77-8848-4e82-9606-f6dc21726af4" providerId="ADAL" clId="{7FF5886F-2D87-43F7-B2C8-A674C4C06615}"/>
    <pc:docChg chg="modSld sldOrd">
      <pc:chgData name="Narvaiz, David" userId="c8d6af77-8848-4e82-9606-f6dc21726af4" providerId="ADAL" clId="{7FF5886F-2D87-43F7-B2C8-A674C4C06615}" dt="2023-03-13T17:43:40.922" v="1"/>
      <pc:docMkLst>
        <pc:docMk/>
      </pc:docMkLst>
      <pc:sldChg chg="ord">
        <pc:chgData name="Narvaiz, David" userId="c8d6af77-8848-4e82-9606-f6dc21726af4" providerId="ADAL" clId="{7FF5886F-2D87-43F7-B2C8-A674C4C06615}" dt="2023-03-13T17:43:40.922" v="1"/>
        <pc:sldMkLst>
          <pc:docMk/>
          <pc:sldMk cId="596180416" sldId="270"/>
        </pc:sldMkLst>
      </pc:sldChg>
    </pc:docChg>
  </pc:docChgLst>
  <pc:docChgLst>
    <pc:chgData name="Blake Reeves" clId="Web-{35732433-E5CA-4CCA-B2B5-51B7EEFD6728}"/>
    <pc:docChg chg="modSld">
      <pc:chgData name="Blake Reeves" userId="" providerId="" clId="Web-{35732433-E5CA-4CCA-B2B5-51B7EEFD6728}" dt="2024-02-26T17:57:31.677" v="24" actId="20577"/>
      <pc:docMkLst>
        <pc:docMk/>
      </pc:docMkLst>
      <pc:sldChg chg="modSp">
        <pc:chgData name="Blake Reeves" userId="" providerId="" clId="Web-{35732433-E5CA-4CCA-B2B5-51B7EEFD6728}" dt="2024-02-26T17:55:52.252" v="23" actId="20577"/>
        <pc:sldMkLst>
          <pc:docMk/>
          <pc:sldMk cId="1534059116" sldId="282"/>
        </pc:sldMkLst>
        <pc:spChg chg="mod">
          <ac:chgData name="Blake Reeves" userId="" providerId="" clId="Web-{35732433-E5CA-4CCA-B2B5-51B7EEFD6728}" dt="2024-02-26T17:55:52.252" v="23" actId="20577"/>
          <ac:spMkLst>
            <pc:docMk/>
            <pc:sldMk cId="1534059116" sldId="282"/>
            <ac:spMk id="3" creationId="{6C50ACAB-C7EF-ED64-9444-6CFE9D7877A4}"/>
          </ac:spMkLst>
        </pc:spChg>
      </pc:sldChg>
      <pc:sldChg chg="modSp">
        <pc:chgData name="Blake Reeves" userId="" providerId="" clId="Web-{35732433-E5CA-4CCA-B2B5-51B7EEFD6728}" dt="2024-02-26T17:55:39.876" v="21" actId="20577"/>
        <pc:sldMkLst>
          <pc:docMk/>
          <pc:sldMk cId="934728902" sldId="283"/>
        </pc:sldMkLst>
        <pc:spChg chg="mod">
          <ac:chgData name="Blake Reeves" userId="" providerId="" clId="Web-{35732433-E5CA-4CCA-B2B5-51B7EEFD6728}" dt="2024-02-26T17:55:39.876" v="21" actId="20577"/>
          <ac:spMkLst>
            <pc:docMk/>
            <pc:sldMk cId="934728902" sldId="283"/>
            <ac:spMk id="3" creationId="{6C50ACAB-C7EF-ED64-9444-6CFE9D7877A4}"/>
          </ac:spMkLst>
        </pc:spChg>
      </pc:sldChg>
      <pc:sldChg chg="modSp">
        <pc:chgData name="Blake Reeves" userId="" providerId="" clId="Web-{35732433-E5CA-4CCA-B2B5-51B7EEFD6728}" dt="2024-02-26T17:55:14.469" v="6" actId="20577"/>
        <pc:sldMkLst>
          <pc:docMk/>
          <pc:sldMk cId="3120563311" sldId="286"/>
        </pc:sldMkLst>
        <pc:spChg chg="mod">
          <ac:chgData name="Blake Reeves" userId="" providerId="" clId="Web-{35732433-E5CA-4CCA-B2B5-51B7EEFD6728}" dt="2024-02-26T17:55:14.469" v="6" actId="20577"/>
          <ac:spMkLst>
            <pc:docMk/>
            <pc:sldMk cId="3120563311" sldId="286"/>
            <ac:spMk id="3" creationId="{6C50ACAB-C7EF-ED64-9444-6CFE9D7877A4}"/>
          </ac:spMkLst>
        </pc:spChg>
      </pc:sldChg>
      <pc:sldChg chg="modSp">
        <pc:chgData name="Blake Reeves" userId="" providerId="" clId="Web-{35732433-E5CA-4CCA-B2B5-51B7EEFD6728}" dt="2024-02-26T17:57:31.677" v="24" actId="20577"/>
        <pc:sldMkLst>
          <pc:docMk/>
          <pc:sldMk cId="3866054365" sldId="290"/>
        </pc:sldMkLst>
        <pc:spChg chg="mod">
          <ac:chgData name="Blake Reeves" userId="" providerId="" clId="Web-{35732433-E5CA-4CCA-B2B5-51B7EEFD6728}" dt="2024-02-26T17:57:31.677" v="24" actId="20577"/>
          <ac:spMkLst>
            <pc:docMk/>
            <pc:sldMk cId="3866054365" sldId="290"/>
            <ac:spMk id="3" creationId="{7BC3D7CD-7655-1912-BEB2-BDEE7E26AEE4}"/>
          </ac:spMkLst>
        </pc:spChg>
      </pc:sldChg>
    </pc:docChg>
  </pc:docChgLst>
  <pc:docChgLst>
    <pc:chgData name="Narvaiz, David" userId="c8d6af77-8848-4e82-9606-f6dc21726af4" providerId="ADAL" clId="{1BDC6D76-3EFF-4C26-98B1-FC93A1D053F3}"/>
    <pc:docChg chg="custSel addSld modSld sldOrd">
      <pc:chgData name="Narvaiz, David" userId="c8d6af77-8848-4e82-9606-f6dc21726af4" providerId="ADAL" clId="{1BDC6D76-3EFF-4C26-98B1-FC93A1D053F3}" dt="2023-03-13T01:17:43.829" v="77" actId="14100"/>
      <pc:docMkLst>
        <pc:docMk/>
      </pc:docMkLst>
      <pc:sldChg chg="addSp modSp new mod ord modNotesTx">
        <pc:chgData name="Narvaiz, David" userId="c8d6af77-8848-4e82-9606-f6dc21726af4" providerId="ADAL" clId="{1BDC6D76-3EFF-4C26-98B1-FC93A1D053F3}" dt="2023-03-13T01:17:43.829" v="77" actId="14100"/>
        <pc:sldMkLst>
          <pc:docMk/>
          <pc:sldMk cId="3875899574" sldId="279"/>
        </pc:sldMkLst>
        <pc:spChg chg="add mod">
          <ac:chgData name="Narvaiz, David" userId="c8d6af77-8848-4e82-9606-f6dc21726af4" providerId="ADAL" clId="{1BDC6D76-3EFF-4C26-98B1-FC93A1D053F3}" dt="2023-03-13T01:17:43.829" v="77" actId="14100"/>
          <ac:spMkLst>
            <pc:docMk/>
            <pc:sldMk cId="3875899574" sldId="279"/>
            <ac:spMk id="4" creationId="{CAB764FF-5F1A-57D4-914E-8017EFD00EDD}"/>
          </ac:spMkLst>
        </pc:spChg>
        <pc:picChg chg="add">
          <ac:chgData name="Narvaiz, David" userId="c8d6af77-8848-4e82-9606-f6dc21726af4" providerId="ADAL" clId="{1BDC6D76-3EFF-4C26-98B1-FC93A1D053F3}" dt="2023-03-13T01:08:18.373" v="7"/>
          <ac:picMkLst>
            <pc:docMk/>
            <pc:sldMk cId="3875899574" sldId="279"/>
            <ac:picMk id="1026" creationId="{5DC182CA-A5D5-DD37-4A75-0A118E9BFEED}"/>
          </ac:picMkLst>
        </pc:picChg>
      </pc:sldChg>
      <pc:sldChg chg="add">
        <pc:chgData name="Narvaiz, David" userId="c8d6af77-8848-4e82-9606-f6dc21726af4" providerId="ADAL" clId="{1BDC6D76-3EFF-4C26-98B1-FC93A1D053F3}" dt="2023-03-13T01:11:46.906" v="8" actId="2890"/>
        <pc:sldMkLst>
          <pc:docMk/>
          <pc:sldMk cId="562509491" sldId="280"/>
        </pc:sldMkLst>
      </pc:sldChg>
    </pc:docChg>
  </pc:docChgLst>
  <pc:docChgLst>
    <pc:chgData name="Narvaiz, David" userId="c8d6af77-8848-4e82-9606-f6dc21726af4" providerId="ADAL" clId="{5B0E1FC0-CADF-482F-BE92-CC4DF6D69A11}"/>
    <pc:docChg chg="undo custSel addSld delSld modSld sldOrd">
      <pc:chgData name="Narvaiz, David" userId="c8d6af77-8848-4e82-9606-f6dc21726af4" providerId="ADAL" clId="{5B0E1FC0-CADF-482F-BE92-CC4DF6D69A11}" dt="2022-10-10T19:17:27.240" v="972" actId="732"/>
      <pc:docMkLst>
        <pc:docMk/>
      </pc:docMkLst>
      <pc:sldChg chg="addSp delSp modSp mod">
        <pc:chgData name="Narvaiz, David" userId="c8d6af77-8848-4e82-9606-f6dc21726af4" providerId="ADAL" clId="{5B0E1FC0-CADF-482F-BE92-CC4DF6D69A11}" dt="2022-10-10T17:08:00.885" v="601" actId="9405"/>
        <pc:sldMkLst>
          <pc:docMk/>
          <pc:sldMk cId="0" sldId="256"/>
        </pc:sldMkLst>
        <pc:spChg chg="mod">
          <ac:chgData name="Narvaiz, David" userId="c8d6af77-8848-4e82-9606-f6dc21726af4" providerId="ADAL" clId="{5B0E1FC0-CADF-482F-BE92-CC4DF6D69A11}" dt="2022-10-10T15:59:10.635" v="1" actId="1076"/>
          <ac:spMkLst>
            <pc:docMk/>
            <pc:sldMk cId="0" sldId="256"/>
            <ac:spMk id="2" creationId="{00000000-0000-0000-0000-000000000000}"/>
          </ac:spMkLst>
        </pc:spChg>
        <pc:grpChg chg="mod">
          <ac:chgData name="Narvaiz, David" userId="c8d6af77-8848-4e82-9606-f6dc21726af4" providerId="ADAL" clId="{5B0E1FC0-CADF-482F-BE92-CC4DF6D69A11}" dt="2022-10-10T17:07:58.751" v="594"/>
          <ac:grpSpMkLst>
            <pc:docMk/>
            <pc:sldMk cId="0" sldId="256"/>
            <ac:grpSpMk id="14" creationId="{6AFECEE6-8BCD-E9BC-8BFA-69B5E15B2940}"/>
          </ac:grpSpMkLst>
        </pc:grpChg>
        <pc:inkChg chg="add del mod">
          <ac:chgData name="Narvaiz, David" userId="c8d6af77-8848-4e82-9606-f6dc21726af4" providerId="ADAL" clId="{5B0E1FC0-CADF-482F-BE92-CC4DF6D69A11}" dt="2022-10-10T17:08:00.885" v="601" actId="9405"/>
          <ac:inkMkLst>
            <pc:docMk/>
            <pc:sldMk cId="0" sldId="256"/>
            <ac:inkMk id="6" creationId="{ADAA6DC6-4AF6-BBE6-B907-14467F5AED97}"/>
          </ac:inkMkLst>
        </pc:inkChg>
        <pc:inkChg chg="add del mod">
          <ac:chgData name="Narvaiz, David" userId="c8d6af77-8848-4e82-9606-f6dc21726af4" providerId="ADAL" clId="{5B0E1FC0-CADF-482F-BE92-CC4DF6D69A11}" dt="2022-10-10T17:08:00.493" v="600" actId="9405"/>
          <ac:inkMkLst>
            <pc:docMk/>
            <pc:sldMk cId="0" sldId="256"/>
            <ac:inkMk id="7" creationId="{26BFEEE6-09B8-A1AB-9861-8D496E071151}"/>
          </ac:inkMkLst>
        </pc:inkChg>
        <pc:inkChg chg="add del">
          <ac:chgData name="Narvaiz, David" userId="c8d6af77-8848-4e82-9606-f6dc21726af4" providerId="ADAL" clId="{5B0E1FC0-CADF-482F-BE92-CC4DF6D69A11}" dt="2022-10-10T17:07:59.989" v="599" actId="9405"/>
          <ac:inkMkLst>
            <pc:docMk/>
            <pc:sldMk cId="0" sldId="256"/>
            <ac:inkMk id="8" creationId="{4DC13699-5169-9C26-A7E7-335C5DD94502}"/>
          </ac:inkMkLst>
        </pc:inkChg>
        <pc:inkChg chg="add del">
          <ac:chgData name="Narvaiz, David" userId="c8d6af77-8848-4e82-9606-f6dc21726af4" providerId="ADAL" clId="{5B0E1FC0-CADF-482F-BE92-CC4DF6D69A11}" dt="2022-10-10T17:07:59.542" v="598" actId="9405"/>
          <ac:inkMkLst>
            <pc:docMk/>
            <pc:sldMk cId="0" sldId="256"/>
            <ac:inkMk id="9" creationId="{7E637CF5-9162-778B-2D58-8C84EADC45FC}"/>
          </ac:inkMkLst>
        </pc:inkChg>
        <pc:inkChg chg="add del">
          <ac:chgData name="Narvaiz, David" userId="c8d6af77-8848-4e82-9606-f6dc21726af4" providerId="ADAL" clId="{5B0E1FC0-CADF-482F-BE92-CC4DF6D69A11}" dt="2022-10-10T17:07:59.350" v="597" actId="9405"/>
          <ac:inkMkLst>
            <pc:docMk/>
            <pc:sldMk cId="0" sldId="256"/>
            <ac:inkMk id="10" creationId="{E901C26E-5DF2-73BE-5CF7-AB6F65B8C86A}"/>
          </ac:inkMkLst>
        </pc:inkChg>
        <pc:inkChg chg="add del">
          <ac:chgData name="Narvaiz, David" userId="c8d6af77-8848-4e82-9606-f6dc21726af4" providerId="ADAL" clId="{5B0E1FC0-CADF-482F-BE92-CC4DF6D69A11}" dt="2022-10-10T17:07:59.181" v="596" actId="9405"/>
          <ac:inkMkLst>
            <pc:docMk/>
            <pc:sldMk cId="0" sldId="256"/>
            <ac:inkMk id="11" creationId="{5551C78B-35E4-B928-F3C0-0026456DE120}"/>
          </ac:inkMkLst>
        </pc:inkChg>
        <pc:inkChg chg="add del mod">
          <ac:chgData name="Narvaiz, David" userId="c8d6af77-8848-4e82-9606-f6dc21726af4" providerId="ADAL" clId="{5B0E1FC0-CADF-482F-BE92-CC4DF6D69A11}" dt="2022-10-10T17:07:58.917" v="595" actId="9405"/>
          <ac:inkMkLst>
            <pc:docMk/>
            <pc:sldMk cId="0" sldId="256"/>
            <ac:inkMk id="12" creationId="{362C5304-AD01-ACB5-DB57-67A9697A39FC}"/>
          </ac:inkMkLst>
        </pc:inkChg>
        <pc:inkChg chg="add del">
          <ac:chgData name="Narvaiz, David" userId="c8d6af77-8848-4e82-9606-f6dc21726af4" providerId="ADAL" clId="{5B0E1FC0-CADF-482F-BE92-CC4DF6D69A11}" dt="2022-10-10T17:07:58.751" v="594"/>
          <ac:inkMkLst>
            <pc:docMk/>
            <pc:sldMk cId="0" sldId="256"/>
            <ac:inkMk id="13" creationId="{F649A220-F4D2-16CE-37C7-67FA32BFB03E}"/>
          </ac:inkMkLst>
        </pc:inkChg>
        <pc:inkChg chg="add del">
          <ac:chgData name="Narvaiz, David" userId="c8d6af77-8848-4e82-9606-f6dc21726af4" providerId="ADAL" clId="{5B0E1FC0-CADF-482F-BE92-CC4DF6D69A11}" dt="2022-10-10T17:07:58.405" v="592" actId="9405"/>
          <ac:inkMkLst>
            <pc:docMk/>
            <pc:sldMk cId="0" sldId="256"/>
            <ac:inkMk id="15" creationId="{9BA3F332-DBA0-5131-6188-7236619DABED}"/>
          </ac:inkMkLst>
        </pc:inkChg>
        <pc:inkChg chg="add del">
          <ac:chgData name="Narvaiz, David" userId="c8d6af77-8848-4e82-9606-f6dc21726af4" providerId="ADAL" clId="{5B0E1FC0-CADF-482F-BE92-CC4DF6D69A11}" dt="2022-10-10T17:07:57.999" v="591" actId="9405"/>
          <ac:inkMkLst>
            <pc:docMk/>
            <pc:sldMk cId="0" sldId="256"/>
            <ac:inkMk id="16" creationId="{A826B21D-1351-8C3A-1D4D-91487673F93A}"/>
          </ac:inkMkLst>
        </pc:inkChg>
      </pc:sldChg>
      <pc:sldChg chg="addSp delSp modSp mod ord">
        <pc:chgData name="Narvaiz, David" userId="c8d6af77-8848-4e82-9606-f6dc21726af4" providerId="ADAL" clId="{5B0E1FC0-CADF-482F-BE92-CC4DF6D69A11}" dt="2022-10-10T18:00:55.956" v="812" actId="1076"/>
        <pc:sldMkLst>
          <pc:docMk/>
          <pc:sldMk cId="0" sldId="258"/>
        </pc:sldMkLst>
        <pc:spChg chg="mod">
          <ac:chgData name="Narvaiz, David" userId="c8d6af77-8848-4e82-9606-f6dc21726af4" providerId="ADAL" clId="{5B0E1FC0-CADF-482F-BE92-CC4DF6D69A11}" dt="2022-10-10T17:59:50.930" v="800" actId="255"/>
          <ac:spMkLst>
            <pc:docMk/>
            <pc:sldMk cId="0" sldId="258"/>
            <ac:spMk id="3" creationId="{00000000-0000-0000-0000-000000000000}"/>
          </ac:spMkLst>
        </pc:spChg>
        <pc:picChg chg="add mod">
          <ac:chgData name="Narvaiz, David" userId="c8d6af77-8848-4e82-9606-f6dc21726af4" providerId="ADAL" clId="{5B0E1FC0-CADF-482F-BE92-CC4DF6D69A11}" dt="2022-10-10T17:52:19.215" v="746" actId="1076"/>
          <ac:picMkLst>
            <pc:docMk/>
            <pc:sldMk cId="0" sldId="258"/>
            <ac:picMk id="4" creationId="{B1593BF9-145B-7783-1B7A-88E51FF2CB44}"/>
          </ac:picMkLst>
        </pc:picChg>
        <pc:picChg chg="add mod">
          <ac:chgData name="Narvaiz, David" userId="c8d6af77-8848-4e82-9606-f6dc21726af4" providerId="ADAL" clId="{5B0E1FC0-CADF-482F-BE92-CC4DF6D69A11}" dt="2022-10-10T17:54:09.105" v="753" actId="1036"/>
          <ac:picMkLst>
            <pc:docMk/>
            <pc:sldMk cId="0" sldId="258"/>
            <ac:picMk id="5" creationId="{C09D439D-E75F-CCAC-1735-B94C58A6FB01}"/>
          </ac:picMkLst>
        </pc:picChg>
        <pc:picChg chg="add mod">
          <ac:chgData name="Narvaiz, David" userId="c8d6af77-8848-4e82-9606-f6dc21726af4" providerId="ADAL" clId="{5B0E1FC0-CADF-482F-BE92-CC4DF6D69A11}" dt="2022-10-10T17:57:24.094" v="779" actId="14100"/>
          <ac:picMkLst>
            <pc:docMk/>
            <pc:sldMk cId="0" sldId="258"/>
            <ac:picMk id="6" creationId="{3219B48F-3BBE-EC17-C2C7-C3815FBCA9CF}"/>
          </ac:picMkLst>
        </pc:picChg>
        <pc:picChg chg="add mod">
          <ac:chgData name="Narvaiz, David" userId="c8d6af77-8848-4e82-9606-f6dc21726af4" providerId="ADAL" clId="{5B0E1FC0-CADF-482F-BE92-CC4DF6D69A11}" dt="2022-10-10T17:57:38.078" v="782" actId="14100"/>
          <ac:picMkLst>
            <pc:docMk/>
            <pc:sldMk cId="0" sldId="258"/>
            <ac:picMk id="15" creationId="{467FC8C9-2940-E5EC-C93C-368A5BE6570A}"/>
          </ac:picMkLst>
        </pc:picChg>
        <pc:picChg chg="add mod">
          <ac:chgData name="Narvaiz, David" userId="c8d6af77-8848-4e82-9606-f6dc21726af4" providerId="ADAL" clId="{5B0E1FC0-CADF-482F-BE92-CC4DF6D69A11}" dt="2022-10-10T17:59:09.633" v="797" actId="1076"/>
          <ac:picMkLst>
            <pc:docMk/>
            <pc:sldMk cId="0" sldId="258"/>
            <ac:picMk id="16" creationId="{FA62910D-8189-29CF-46FB-E26FE0D4C6B5}"/>
          </ac:picMkLst>
        </pc:picChg>
        <pc:picChg chg="add mod">
          <ac:chgData name="Narvaiz, David" userId="c8d6af77-8848-4e82-9606-f6dc21726af4" providerId="ADAL" clId="{5B0E1FC0-CADF-482F-BE92-CC4DF6D69A11}" dt="2022-10-10T18:00:55.956" v="812" actId="1076"/>
          <ac:picMkLst>
            <pc:docMk/>
            <pc:sldMk cId="0" sldId="258"/>
            <ac:picMk id="18" creationId="{55B030E5-E5E0-4FCA-4C94-F3281A565972}"/>
          </ac:picMkLst>
        </pc:picChg>
        <pc:cxnChg chg="add del">
          <ac:chgData name="Narvaiz, David" userId="c8d6af77-8848-4e82-9606-f6dc21726af4" providerId="ADAL" clId="{5B0E1FC0-CADF-482F-BE92-CC4DF6D69A11}" dt="2022-10-10T17:55:08.072" v="760" actId="11529"/>
          <ac:cxnSpMkLst>
            <pc:docMk/>
            <pc:sldMk cId="0" sldId="258"/>
            <ac:cxnSpMk id="8" creationId="{A284EAFD-4E06-5D79-24B1-A6BFC3FAB29D}"/>
          </ac:cxnSpMkLst>
        </pc:cxnChg>
        <pc:cxnChg chg="add mod">
          <ac:chgData name="Narvaiz, David" userId="c8d6af77-8848-4e82-9606-f6dc21726af4" providerId="ADAL" clId="{5B0E1FC0-CADF-482F-BE92-CC4DF6D69A11}" dt="2022-10-10T17:55:53.412" v="764" actId="14100"/>
          <ac:cxnSpMkLst>
            <pc:docMk/>
            <pc:sldMk cId="0" sldId="258"/>
            <ac:cxnSpMk id="10" creationId="{643652B6-89D3-4953-F13A-C379D36FC1D7}"/>
          </ac:cxnSpMkLst>
        </pc:cxnChg>
        <pc:cxnChg chg="add mod">
          <ac:chgData name="Narvaiz, David" userId="c8d6af77-8848-4e82-9606-f6dc21726af4" providerId="ADAL" clId="{5B0E1FC0-CADF-482F-BE92-CC4DF6D69A11}" dt="2022-10-10T17:56:18.766" v="771" actId="13822"/>
          <ac:cxnSpMkLst>
            <pc:docMk/>
            <pc:sldMk cId="0" sldId="258"/>
            <ac:cxnSpMk id="12" creationId="{468CE66D-1F25-C512-D56D-91BEDC8E6318}"/>
          </ac:cxnSpMkLst>
        </pc:cxnChg>
      </pc:sldChg>
      <pc:sldChg chg="addSp modSp mod">
        <pc:chgData name="Narvaiz, David" userId="c8d6af77-8848-4e82-9606-f6dc21726af4" providerId="ADAL" clId="{5B0E1FC0-CADF-482F-BE92-CC4DF6D69A11}" dt="2022-10-10T18:01:50.277" v="814" actId="1076"/>
        <pc:sldMkLst>
          <pc:docMk/>
          <pc:sldMk cId="0" sldId="259"/>
        </pc:sldMkLst>
        <pc:picChg chg="add mod">
          <ac:chgData name="Narvaiz, David" userId="c8d6af77-8848-4e82-9606-f6dc21726af4" providerId="ADAL" clId="{5B0E1FC0-CADF-482F-BE92-CC4DF6D69A11}" dt="2022-10-10T18:01:50.277" v="814" actId="1076"/>
          <ac:picMkLst>
            <pc:docMk/>
            <pc:sldMk cId="0" sldId="259"/>
            <ac:picMk id="4" creationId="{99DD43BE-E830-CF16-BB01-5224288D198C}"/>
          </ac:picMkLst>
        </pc:picChg>
      </pc:sldChg>
      <pc:sldChg chg="addSp modSp mod">
        <pc:chgData name="Narvaiz, David" userId="c8d6af77-8848-4e82-9606-f6dc21726af4" providerId="ADAL" clId="{5B0E1FC0-CADF-482F-BE92-CC4DF6D69A11}" dt="2022-10-10T18:04:12.823" v="848" actId="1076"/>
        <pc:sldMkLst>
          <pc:docMk/>
          <pc:sldMk cId="0" sldId="260"/>
        </pc:sldMkLst>
        <pc:picChg chg="add mod">
          <ac:chgData name="Narvaiz, David" userId="c8d6af77-8848-4e82-9606-f6dc21726af4" providerId="ADAL" clId="{5B0E1FC0-CADF-482F-BE92-CC4DF6D69A11}" dt="2022-10-10T18:04:12.823" v="848" actId="1076"/>
          <ac:picMkLst>
            <pc:docMk/>
            <pc:sldMk cId="0" sldId="260"/>
            <ac:picMk id="4" creationId="{37FAEDF6-BABA-7444-113F-91D11014B55D}"/>
          </ac:picMkLst>
        </pc:picChg>
      </pc:sldChg>
      <pc:sldChg chg="addSp modSp mod">
        <pc:chgData name="Narvaiz, David" userId="c8d6af77-8848-4e82-9606-f6dc21726af4" providerId="ADAL" clId="{5B0E1FC0-CADF-482F-BE92-CC4DF6D69A11}" dt="2022-10-10T18:04:22.913" v="850" actId="1076"/>
        <pc:sldMkLst>
          <pc:docMk/>
          <pc:sldMk cId="0" sldId="262"/>
        </pc:sldMkLst>
        <pc:picChg chg="add mod">
          <ac:chgData name="Narvaiz, David" userId="c8d6af77-8848-4e82-9606-f6dc21726af4" providerId="ADAL" clId="{5B0E1FC0-CADF-482F-BE92-CC4DF6D69A11}" dt="2022-10-10T18:04:22.913" v="850" actId="1076"/>
          <ac:picMkLst>
            <pc:docMk/>
            <pc:sldMk cId="0" sldId="262"/>
            <ac:picMk id="4" creationId="{13021AD1-C81B-C71A-94CF-F4A8490BB67E}"/>
          </ac:picMkLst>
        </pc:picChg>
      </pc:sldChg>
      <pc:sldChg chg="addSp modSp">
        <pc:chgData name="Narvaiz, David" userId="c8d6af77-8848-4e82-9606-f6dc21726af4" providerId="ADAL" clId="{5B0E1FC0-CADF-482F-BE92-CC4DF6D69A11}" dt="2022-10-10T18:04:30.623" v="851"/>
        <pc:sldMkLst>
          <pc:docMk/>
          <pc:sldMk cId="0" sldId="263"/>
        </pc:sldMkLst>
        <pc:picChg chg="add mod">
          <ac:chgData name="Narvaiz, David" userId="c8d6af77-8848-4e82-9606-f6dc21726af4" providerId="ADAL" clId="{5B0E1FC0-CADF-482F-BE92-CC4DF6D69A11}" dt="2022-10-10T18:04:30.623" v="851"/>
          <ac:picMkLst>
            <pc:docMk/>
            <pc:sldMk cId="0" sldId="263"/>
            <ac:picMk id="4" creationId="{EC8B8AA2-B1C3-2F2B-54B8-0197DF274FC3}"/>
          </ac:picMkLst>
        </pc:picChg>
      </pc:sldChg>
      <pc:sldChg chg="addSp modSp mod">
        <pc:chgData name="Narvaiz, David" userId="c8d6af77-8848-4e82-9606-f6dc21726af4" providerId="ADAL" clId="{5B0E1FC0-CADF-482F-BE92-CC4DF6D69A11}" dt="2022-10-10T18:03:03.990" v="843" actId="1038"/>
        <pc:sldMkLst>
          <pc:docMk/>
          <pc:sldMk cId="0" sldId="264"/>
        </pc:sldMkLst>
        <pc:spChg chg="mod">
          <ac:chgData name="Narvaiz, David" userId="c8d6af77-8848-4e82-9606-f6dc21726af4" providerId="ADAL" clId="{5B0E1FC0-CADF-482F-BE92-CC4DF6D69A11}" dt="2022-10-10T18:02:36.678" v="825" actId="1035"/>
          <ac:spMkLst>
            <pc:docMk/>
            <pc:sldMk cId="0" sldId="264"/>
            <ac:spMk id="2" creationId="{00000000-0000-0000-0000-000000000000}"/>
          </ac:spMkLst>
        </pc:spChg>
        <pc:spChg chg="mod">
          <ac:chgData name="Narvaiz, David" userId="c8d6af77-8848-4e82-9606-f6dc21726af4" providerId="ADAL" clId="{5B0E1FC0-CADF-482F-BE92-CC4DF6D69A11}" dt="2022-10-10T18:02:36.678" v="825" actId="1035"/>
          <ac:spMkLst>
            <pc:docMk/>
            <pc:sldMk cId="0" sldId="264"/>
            <ac:spMk id="3" creationId="{00000000-0000-0000-0000-000000000000}"/>
          </ac:spMkLst>
        </pc:spChg>
        <pc:picChg chg="add mod">
          <ac:chgData name="Narvaiz, David" userId="c8d6af77-8848-4e82-9606-f6dc21726af4" providerId="ADAL" clId="{5B0E1FC0-CADF-482F-BE92-CC4DF6D69A11}" dt="2022-10-10T18:03:03.990" v="843" actId="1038"/>
          <ac:picMkLst>
            <pc:docMk/>
            <pc:sldMk cId="0" sldId="264"/>
            <ac:picMk id="4" creationId="{997E87D0-410E-6D16-B3FC-F1D15ABB3E79}"/>
          </ac:picMkLst>
        </pc:picChg>
        <pc:picChg chg="add mod">
          <ac:chgData name="Narvaiz, David" userId="c8d6af77-8848-4e82-9606-f6dc21726af4" providerId="ADAL" clId="{5B0E1FC0-CADF-482F-BE92-CC4DF6D69A11}" dt="2022-10-10T18:03:03.990" v="843" actId="1038"/>
          <ac:picMkLst>
            <pc:docMk/>
            <pc:sldMk cId="0" sldId="264"/>
            <ac:picMk id="6" creationId="{905FFB7B-B5FF-61A2-B2A2-09CD08924258}"/>
          </ac:picMkLst>
        </pc:picChg>
        <pc:picChg chg="add mod">
          <ac:chgData name="Narvaiz, David" userId="c8d6af77-8848-4e82-9606-f6dc21726af4" providerId="ADAL" clId="{5B0E1FC0-CADF-482F-BE92-CC4DF6D69A11}" dt="2022-10-10T18:03:03.990" v="843" actId="1038"/>
          <ac:picMkLst>
            <pc:docMk/>
            <pc:sldMk cId="0" sldId="264"/>
            <ac:picMk id="7" creationId="{DDF66685-C5B2-1D7C-AAFB-7850F7B30414}"/>
          </ac:picMkLst>
        </pc:picChg>
        <pc:cxnChg chg="add mod">
          <ac:chgData name="Narvaiz, David" userId="c8d6af77-8848-4e82-9606-f6dc21726af4" providerId="ADAL" clId="{5B0E1FC0-CADF-482F-BE92-CC4DF6D69A11}" dt="2022-10-10T18:03:03.990" v="843" actId="1038"/>
          <ac:cxnSpMkLst>
            <pc:docMk/>
            <pc:sldMk cId="0" sldId="264"/>
            <ac:cxnSpMk id="5" creationId="{1B174350-877F-538A-6A6C-B229ABEDC9DB}"/>
          </ac:cxnSpMkLst>
        </pc:cxnChg>
      </pc:sldChg>
      <pc:sldChg chg="addSp modSp mod">
        <pc:chgData name="Narvaiz, David" userId="c8d6af77-8848-4e82-9606-f6dc21726af4" providerId="ADAL" clId="{5B0E1FC0-CADF-482F-BE92-CC4DF6D69A11}" dt="2022-10-10T18:05:16.650" v="857" actId="1076"/>
        <pc:sldMkLst>
          <pc:docMk/>
          <pc:sldMk cId="0" sldId="265"/>
        </pc:sldMkLst>
        <pc:picChg chg="add mod">
          <ac:chgData name="Narvaiz, David" userId="c8d6af77-8848-4e82-9606-f6dc21726af4" providerId="ADAL" clId="{5B0E1FC0-CADF-482F-BE92-CC4DF6D69A11}" dt="2022-10-10T18:05:16.650" v="857" actId="1076"/>
          <ac:picMkLst>
            <pc:docMk/>
            <pc:sldMk cId="0" sldId="265"/>
            <ac:picMk id="4" creationId="{821C3DAA-5CE2-5D3F-CD07-CBB7E59F0AC5}"/>
          </ac:picMkLst>
        </pc:picChg>
      </pc:sldChg>
      <pc:sldChg chg="addSp modSp mod">
        <pc:chgData name="Narvaiz, David" userId="c8d6af77-8848-4e82-9606-f6dc21726af4" providerId="ADAL" clId="{5B0E1FC0-CADF-482F-BE92-CC4DF6D69A11}" dt="2022-10-10T18:05:40.098" v="859" actId="1076"/>
        <pc:sldMkLst>
          <pc:docMk/>
          <pc:sldMk cId="0" sldId="266"/>
        </pc:sldMkLst>
        <pc:picChg chg="add mod">
          <ac:chgData name="Narvaiz, David" userId="c8d6af77-8848-4e82-9606-f6dc21726af4" providerId="ADAL" clId="{5B0E1FC0-CADF-482F-BE92-CC4DF6D69A11}" dt="2022-10-10T18:05:40.098" v="859" actId="1076"/>
          <ac:picMkLst>
            <pc:docMk/>
            <pc:sldMk cId="0" sldId="266"/>
            <ac:picMk id="5" creationId="{CCF8912F-A2EB-E30D-67A5-C2E9E0313D5C}"/>
          </ac:picMkLst>
        </pc:picChg>
      </pc:sldChg>
      <pc:sldChg chg="addSp delSp modSp new mod ord modClrScheme chgLayout">
        <pc:chgData name="Narvaiz, David" userId="c8d6af77-8848-4e82-9606-f6dc21726af4" providerId="ADAL" clId="{5B0E1FC0-CADF-482F-BE92-CC4DF6D69A11}" dt="2022-10-10T16:10:23.366" v="88" actId="122"/>
        <pc:sldMkLst>
          <pc:docMk/>
          <pc:sldMk cId="596180416" sldId="270"/>
        </pc:sldMkLst>
        <pc:spChg chg="del mod ord">
          <ac:chgData name="Narvaiz, David" userId="c8d6af77-8848-4e82-9606-f6dc21726af4" providerId="ADAL" clId="{5B0E1FC0-CADF-482F-BE92-CC4DF6D69A11}" dt="2022-10-10T16:06:57.070" v="5" actId="700"/>
          <ac:spMkLst>
            <pc:docMk/>
            <pc:sldMk cId="596180416" sldId="270"/>
            <ac:spMk id="2" creationId="{40735C0C-2DC5-17DC-3784-0762F32BD6FC}"/>
          </ac:spMkLst>
        </pc:spChg>
        <pc:spChg chg="del mod ord">
          <ac:chgData name="Narvaiz, David" userId="c8d6af77-8848-4e82-9606-f6dc21726af4" providerId="ADAL" clId="{5B0E1FC0-CADF-482F-BE92-CC4DF6D69A11}" dt="2022-10-10T16:06:57.070" v="5" actId="700"/>
          <ac:spMkLst>
            <pc:docMk/>
            <pc:sldMk cId="596180416" sldId="270"/>
            <ac:spMk id="3" creationId="{4AE9B412-21DE-1D20-3825-3033CDCD700A}"/>
          </ac:spMkLst>
        </pc:spChg>
        <pc:spChg chg="add mod ord">
          <ac:chgData name="Narvaiz, David" userId="c8d6af77-8848-4e82-9606-f6dc21726af4" providerId="ADAL" clId="{5B0E1FC0-CADF-482F-BE92-CC4DF6D69A11}" dt="2022-10-10T16:10:23.366" v="88" actId="122"/>
          <ac:spMkLst>
            <pc:docMk/>
            <pc:sldMk cId="596180416" sldId="270"/>
            <ac:spMk id="4" creationId="{CC23CF4C-6168-57F8-BDEF-8508ED6BD639}"/>
          </ac:spMkLst>
        </pc:spChg>
        <pc:spChg chg="add mod ord">
          <ac:chgData name="Narvaiz, David" userId="c8d6af77-8848-4e82-9606-f6dc21726af4" providerId="ADAL" clId="{5B0E1FC0-CADF-482F-BE92-CC4DF6D69A11}" dt="2022-10-10T16:10:18.498" v="87" actId="403"/>
          <ac:spMkLst>
            <pc:docMk/>
            <pc:sldMk cId="596180416" sldId="270"/>
            <ac:spMk id="5" creationId="{B3416240-EA2A-C06B-0412-C8DCAA70A9D0}"/>
          </ac:spMkLst>
        </pc:spChg>
      </pc:sldChg>
      <pc:sldChg chg="addSp delSp modSp add mod">
        <pc:chgData name="Narvaiz, David" userId="c8d6af77-8848-4e82-9606-f6dc21726af4" providerId="ADAL" clId="{5B0E1FC0-CADF-482F-BE92-CC4DF6D69A11}" dt="2022-10-10T16:58:02.513" v="317" actId="478"/>
        <pc:sldMkLst>
          <pc:docMk/>
          <pc:sldMk cId="3812372080" sldId="271"/>
        </pc:sldMkLst>
        <pc:spChg chg="add mod">
          <ac:chgData name="Narvaiz, David" userId="c8d6af77-8848-4e82-9606-f6dc21726af4" providerId="ADAL" clId="{5B0E1FC0-CADF-482F-BE92-CC4DF6D69A11}" dt="2022-10-10T16:57:59.334" v="315" actId="208"/>
          <ac:spMkLst>
            <pc:docMk/>
            <pc:sldMk cId="3812372080" sldId="271"/>
            <ac:spMk id="10" creationId="{18EF984B-85BD-D48C-842C-9C801F4C0E0F}"/>
          </ac:spMkLst>
        </pc:spChg>
        <pc:spChg chg="add del">
          <ac:chgData name="Narvaiz, David" userId="c8d6af77-8848-4e82-9606-f6dc21726af4" providerId="ADAL" clId="{5B0E1FC0-CADF-482F-BE92-CC4DF6D69A11}" dt="2022-10-10T16:58:02.513" v="317" actId="478"/>
          <ac:spMkLst>
            <pc:docMk/>
            <pc:sldMk cId="3812372080" sldId="271"/>
            <ac:spMk id="11" creationId="{44804912-D6E7-F47E-5EA1-EDD4BAE6CFAD}"/>
          </ac:spMkLst>
        </pc:spChg>
        <pc:cxnChg chg="add mod">
          <ac:chgData name="Narvaiz, David" userId="c8d6af77-8848-4e82-9606-f6dc21726af4" providerId="ADAL" clId="{5B0E1FC0-CADF-482F-BE92-CC4DF6D69A11}" dt="2022-10-10T16:54:59.479" v="91" actId="13822"/>
          <ac:cxnSpMkLst>
            <pc:docMk/>
            <pc:sldMk cId="3812372080" sldId="271"/>
            <ac:cxnSpMk id="6" creationId="{3AF49EFC-B48C-97D4-19C6-20A2FFC6E0B8}"/>
          </ac:cxnSpMkLst>
        </pc:cxnChg>
        <pc:cxnChg chg="add mod">
          <ac:chgData name="Narvaiz, David" userId="c8d6af77-8848-4e82-9606-f6dc21726af4" providerId="ADAL" clId="{5B0E1FC0-CADF-482F-BE92-CC4DF6D69A11}" dt="2022-10-10T16:55:11.982" v="95" actId="14100"/>
          <ac:cxnSpMkLst>
            <pc:docMk/>
            <pc:sldMk cId="3812372080" sldId="271"/>
            <ac:cxnSpMk id="7" creationId="{43AFA4B8-9B25-A1C9-4DF0-4C47E5917058}"/>
          </ac:cxnSpMkLst>
        </pc:cxnChg>
      </pc:sldChg>
      <pc:sldChg chg="new del">
        <pc:chgData name="Narvaiz, David" userId="c8d6af77-8848-4e82-9606-f6dc21726af4" providerId="ADAL" clId="{5B0E1FC0-CADF-482F-BE92-CC4DF6D69A11}" dt="2022-10-10T16:58:13.567" v="319" actId="47"/>
        <pc:sldMkLst>
          <pc:docMk/>
          <pc:sldMk cId="297537995" sldId="272"/>
        </pc:sldMkLst>
      </pc:sldChg>
      <pc:sldChg chg="delSp modSp add mod">
        <pc:chgData name="Narvaiz, David" userId="c8d6af77-8848-4e82-9606-f6dc21726af4" providerId="ADAL" clId="{5B0E1FC0-CADF-482F-BE92-CC4DF6D69A11}" dt="2022-10-10T16:59:59.994" v="520" actId="20577"/>
        <pc:sldMkLst>
          <pc:docMk/>
          <pc:sldMk cId="2120477153" sldId="272"/>
        </pc:sldMkLst>
        <pc:spChg chg="mod">
          <ac:chgData name="Narvaiz, David" userId="c8d6af77-8848-4e82-9606-f6dc21726af4" providerId="ADAL" clId="{5B0E1FC0-CADF-482F-BE92-CC4DF6D69A11}" dt="2022-10-10T16:59:59.994" v="520" actId="20577"/>
          <ac:spMkLst>
            <pc:docMk/>
            <pc:sldMk cId="2120477153" sldId="272"/>
            <ac:spMk id="10" creationId="{18EF984B-85BD-D48C-842C-9C801F4C0E0F}"/>
          </ac:spMkLst>
        </pc:spChg>
        <pc:cxnChg chg="mod">
          <ac:chgData name="Narvaiz, David" userId="c8d6af77-8848-4e82-9606-f6dc21726af4" providerId="ADAL" clId="{5B0E1FC0-CADF-482F-BE92-CC4DF6D69A11}" dt="2022-10-10T16:59:17.919" v="328" actId="14100"/>
          <ac:cxnSpMkLst>
            <pc:docMk/>
            <pc:sldMk cId="2120477153" sldId="272"/>
            <ac:cxnSpMk id="6" creationId="{3AF49EFC-B48C-97D4-19C6-20A2FFC6E0B8}"/>
          </ac:cxnSpMkLst>
        </pc:cxnChg>
        <pc:cxnChg chg="del">
          <ac:chgData name="Narvaiz, David" userId="c8d6af77-8848-4e82-9606-f6dc21726af4" providerId="ADAL" clId="{5B0E1FC0-CADF-482F-BE92-CC4DF6D69A11}" dt="2022-10-10T16:59:15.154" v="327" actId="478"/>
          <ac:cxnSpMkLst>
            <pc:docMk/>
            <pc:sldMk cId="2120477153" sldId="272"/>
            <ac:cxnSpMk id="7" creationId="{43AFA4B8-9B25-A1C9-4DF0-4C47E5917058}"/>
          </ac:cxnSpMkLst>
        </pc:cxnChg>
      </pc:sldChg>
      <pc:sldChg chg="modSp add mod">
        <pc:chgData name="Narvaiz, David" userId="c8d6af77-8848-4e82-9606-f6dc21726af4" providerId="ADAL" clId="{5B0E1FC0-CADF-482F-BE92-CC4DF6D69A11}" dt="2022-10-10T17:00:20.778" v="557" actId="20577"/>
        <pc:sldMkLst>
          <pc:docMk/>
          <pc:sldMk cId="1812975623" sldId="273"/>
        </pc:sldMkLst>
        <pc:spChg chg="mod">
          <ac:chgData name="Narvaiz, David" userId="c8d6af77-8848-4e82-9606-f6dc21726af4" providerId="ADAL" clId="{5B0E1FC0-CADF-482F-BE92-CC4DF6D69A11}" dt="2022-10-10T17:00:20.778" v="557" actId="20577"/>
          <ac:spMkLst>
            <pc:docMk/>
            <pc:sldMk cId="1812975623" sldId="273"/>
            <ac:spMk id="10" creationId="{18EF984B-85BD-D48C-842C-9C801F4C0E0F}"/>
          </ac:spMkLst>
        </pc:spChg>
        <pc:cxnChg chg="mod">
          <ac:chgData name="Narvaiz, David" userId="c8d6af77-8848-4e82-9606-f6dc21726af4" providerId="ADAL" clId="{5B0E1FC0-CADF-482F-BE92-CC4DF6D69A11}" dt="2022-10-10T17:00:12.625" v="522" actId="14100"/>
          <ac:cxnSpMkLst>
            <pc:docMk/>
            <pc:sldMk cId="1812975623" sldId="273"/>
            <ac:cxnSpMk id="6" creationId="{3AF49EFC-B48C-97D4-19C6-20A2FFC6E0B8}"/>
          </ac:cxnSpMkLst>
        </pc:cxnChg>
      </pc:sldChg>
      <pc:sldChg chg="addSp delSp modSp add mod">
        <pc:chgData name="Narvaiz, David" userId="c8d6af77-8848-4e82-9606-f6dc21726af4" providerId="ADAL" clId="{5B0E1FC0-CADF-482F-BE92-CC4DF6D69A11}" dt="2022-10-10T17:19:09.382" v="713" actId="14100"/>
        <pc:sldMkLst>
          <pc:docMk/>
          <pc:sldMk cId="2691594943" sldId="274"/>
        </pc:sldMkLst>
        <pc:spChg chg="add mod">
          <ac:chgData name="Narvaiz, David" userId="c8d6af77-8848-4e82-9606-f6dc21726af4" providerId="ADAL" clId="{5B0E1FC0-CADF-482F-BE92-CC4DF6D69A11}" dt="2022-10-10T17:19:05.831" v="712" actId="1076"/>
          <ac:spMkLst>
            <pc:docMk/>
            <pc:sldMk cId="2691594943" sldId="274"/>
            <ac:spMk id="8" creationId="{E9FF9E5C-1DCF-CD2E-4A85-92F02535CB93}"/>
          </ac:spMkLst>
        </pc:spChg>
        <pc:spChg chg="add del mod">
          <ac:chgData name="Narvaiz, David" userId="c8d6af77-8848-4e82-9606-f6dc21726af4" providerId="ADAL" clId="{5B0E1FC0-CADF-482F-BE92-CC4DF6D69A11}" dt="2022-10-10T17:19:02.578" v="711" actId="478"/>
          <ac:spMkLst>
            <pc:docMk/>
            <pc:sldMk cId="2691594943" sldId="274"/>
            <ac:spMk id="9" creationId="{B97E9853-E87C-B59F-DA8D-BEAEDC7F0303}"/>
          </ac:spMkLst>
        </pc:spChg>
        <pc:spChg chg="add mod">
          <ac:chgData name="Narvaiz, David" userId="c8d6af77-8848-4e82-9606-f6dc21726af4" providerId="ADAL" clId="{5B0E1FC0-CADF-482F-BE92-CC4DF6D69A11}" dt="2022-10-10T17:13:39.534" v="655" actId="208"/>
          <ac:spMkLst>
            <pc:docMk/>
            <pc:sldMk cId="2691594943" sldId="274"/>
            <ac:spMk id="10" creationId="{D78875D2-B8FC-6236-5316-D6A1D2F28DFD}"/>
          </ac:spMkLst>
        </pc:spChg>
        <pc:inkChg chg="add mod">
          <ac:chgData name="Narvaiz, David" userId="c8d6af77-8848-4e82-9606-f6dc21726af4" providerId="ADAL" clId="{5B0E1FC0-CADF-482F-BE92-CC4DF6D69A11}" dt="2022-10-10T17:19:09.382" v="713" actId="14100"/>
          <ac:inkMkLst>
            <pc:docMk/>
            <pc:sldMk cId="2691594943" sldId="274"/>
            <ac:inkMk id="6" creationId="{2BA3E121-3FBA-934C-A54A-BCC38345EEC0}"/>
          </ac:inkMkLst>
        </pc:inkChg>
        <pc:inkChg chg="add">
          <ac:chgData name="Narvaiz, David" userId="c8d6af77-8848-4e82-9606-f6dc21726af4" providerId="ADAL" clId="{5B0E1FC0-CADF-482F-BE92-CC4DF6D69A11}" dt="2022-10-10T17:09:25.646" v="606" actId="9405"/>
          <ac:inkMkLst>
            <pc:docMk/>
            <pc:sldMk cId="2691594943" sldId="274"/>
            <ac:inkMk id="7" creationId="{C104D448-BF56-F34B-FA5D-864FE0F89089}"/>
          </ac:inkMkLst>
        </pc:inkChg>
      </pc:sldChg>
      <pc:sldChg chg="addSp delSp modSp new del mod">
        <pc:chgData name="Narvaiz, David" userId="c8d6af77-8848-4e82-9606-f6dc21726af4" providerId="ADAL" clId="{5B0E1FC0-CADF-482F-BE92-CC4DF6D69A11}" dt="2022-10-10T17:04:35.922" v="579" actId="2696"/>
        <pc:sldMkLst>
          <pc:docMk/>
          <pc:sldMk cId="2910543506" sldId="274"/>
        </pc:sldMkLst>
        <pc:spChg chg="del mod">
          <ac:chgData name="Narvaiz, David" userId="c8d6af77-8848-4e82-9606-f6dc21726af4" providerId="ADAL" clId="{5B0E1FC0-CADF-482F-BE92-CC4DF6D69A11}" dt="2022-10-10T17:02:54.661" v="572" actId="478"/>
          <ac:spMkLst>
            <pc:docMk/>
            <pc:sldMk cId="2910543506" sldId="274"/>
            <ac:spMk id="2" creationId="{30A7CD6C-358C-6EE3-8449-7B4D4244F8FB}"/>
          </ac:spMkLst>
        </pc:spChg>
        <pc:spChg chg="add del mod">
          <ac:chgData name="Narvaiz, David" userId="c8d6af77-8848-4e82-9606-f6dc21726af4" providerId="ADAL" clId="{5B0E1FC0-CADF-482F-BE92-CC4DF6D69A11}" dt="2022-10-10T17:03:26.030" v="574" actId="478"/>
          <ac:spMkLst>
            <pc:docMk/>
            <pc:sldMk cId="2910543506" sldId="274"/>
            <ac:spMk id="5" creationId="{8FC942C5-52CA-C352-D566-629C8EF26B63}"/>
          </ac:spMkLst>
        </pc:spChg>
        <pc:spChg chg="add del mod">
          <ac:chgData name="Narvaiz, David" userId="c8d6af77-8848-4e82-9606-f6dc21726af4" providerId="ADAL" clId="{5B0E1FC0-CADF-482F-BE92-CC4DF6D69A11}" dt="2022-10-10T17:03:31.644" v="577" actId="478"/>
          <ac:spMkLst>
            <pc:docMk/>
            <pc:sldMk cId="2910543506" sldId="274"/>
            <ac:spMk id="7" creationId="{CD3222D7-C0EB-70DC-DBAF-42B6E62BAE16}"/>
          </ac:spMkLst>
        </pc:spChg>
        <pc:spChg chg="add del mod">
          <ac:chgData name="Narvaiz, David" userId="c8d6af77-8848-4e82-9606-f6dc21726af4" providerId="ADAL" clId="{5B0E1FC0-CADF-482F-BE92-CC4DF6D69A11}" dt="2022-10-10T17:03:28.913" v="576"/>
          <ac:spMkLst>
            <pc:docMk/>
            <pc:sldMk cId="2910543506" sldId="274"/>
            <ac:spMk id="8" creationId="{3C54A973-8201-FAE7-1D70-F43B37AB4114}"/>
          </ac:spMkLst>
        </pc:spChg>
        <pc:spChg chg="add mod">
          <ac:chgData name="Narvaiz, David" userId="c8d6af77-8848-4e82-9606-f6dc21726af4" providerId="ADAL" clId="{5B0E1FC0-CADF-482F-BE92-CC4DF6D69A11}" dt="2022-10-10T17:03:32.296" v="578"/>
          <ac:spMkLst>
            <pc:docMk/>
            <pc:sldMk cId="2910543506" sldId="274"/>
            <ac:spMk id="9" creationId="{8E007381-32A5-C59A-56B3-CBBC3C97B29A}"/>
          </ac:spMkLst>
        </pc:spChg>
      </pc:sldChg>
      <pc:sldChg chg="new del">
        <pc:chgData name="Narvaiz, David" userId="c8d6af77-8848-4e82-9606-f6dc21726af4" providerId="ADAL" clId="{5B0E1FC0-CADF-482F-BE92-CC4DF6D69A11}" dt="2022-10-10T17:09:01.259" v="603" actId="47"/>
        <pc:sldMkLst>
          <pc:docMk/>
          <pc:sldMk cId="3241937198" sldId="274"/>
        </pc:sldMkLst>
      </pc:sldChg>
      <pc:sldChg chg="addSp delSp modSp add mod">
        <pc:chgData name="Narvaiz, David" userId="c8d6af77-8848-4e82-9606-f6dc21726af4" providerId="ADAL" clId="{5B0E1FC0-CADF-482F-BE92-CC4DF6D69A11}" dt="2022-10-10T17:20:10.689" v="726" actId="1076"/>
        <pc:sldMkLst>
          <pc:docMk/>
          <pc:sldMk cId="2812240692" sldId="275"/>
        </pc:sldMkLst>
        <pc:spChg chg="add del mod">
          <ac:chgData name="Narvaiz, David" userId="c8d6af77-8848-4e82-9606-f6dc21726af4" providerId="ADAL" clId="{5B0E1FC0-CADF-482F-BE92-CC4DF6D69A11}" dt="2022-10-10T17:11:57.627" v="639" actId="21"/>
          <ac:spMkLst>
            <pc:docMk/>
            <pc:sldMk cId="2812240692" sldId="275"/>
            <ac:spMk id="16" creationId="{910609F5-B430-1C08-740C-9BDAD423D415}"/>
          </ac:spMkLst>
        </pc:spChg>
        <pc:spChg chg="add del mod">
          <ac:chgData name="Narvaiz, David" userId="c8d6af77-8848-4e82-9606-f6dc21726af4" providerId="ADAL" clId="{5B0E1FC0-CADF-482F-BE92-CC4DF6D69A11}" dt="2022-10-10T17:11:57.627" v="639" actId="21"/>
          <ac:spMkLst>
            <pc:docMk/>
            <pc:sldMk cId="2812240692" sldId="275"/>
            <ac:spMk id="17" creationId="{373E8563-89F8-9CB4-EA4D-3423C7D9F202}"/>
          </ac:spMkLst>
        </pc:spChg>
        <pc:spChg chg="add mod">
          <ac:chgData name="Narvaiz, David" userId="c8d6af77-8848-4e82-9606-f6dc21726af4" providerId="ADAL" clId="{5B0E1FC0-CADF-482F-BE92-CC4DF6D69A11}" dt="2022-10-10T17:20:10.689" v="726" actId="1076"/>
          <ac:spMkLst>
            <pc:docMk/>
            <pc:sldMk cId="2812240692" sldId="275"/>
            <ac:spMk id="18" creationId="{BD17BB29-5C9A-78B7-0D24-A11B600A1F07}"/>
          </ac:spMkLst>
        </pc:spChg>
        <pc:spChg chg="add del mod">
          <ac:chgData name="Narvaiz, David" userId="c8d6af77-8848-4e82-9606-f6dc21726af4" providerId="ADAL" clId="{5B0E1FC0-CADF-482F-BE92-CC4DF6D69A11}" dt="2022-10-10T17:19:44.420" v="716" actId="478"/>
          <ac:spMkLst>
            <pc:docMk/>
            <pc:sldMk cId="2812240692" sldId="275"/>
            <ac:spMk id="19" creationId="{DA996455-7970-DD73-D041-55D06FDBCD93}"/>
          </ac:spMkLst>
        </pc:spChg>
        <pc:spChg chg="add mod">
          <ac:chgData name="Narvaiz, David" userId="c8d6af77-8848-4e82-9606-f6dc21726af4" providerId="ADAL" clId="{5B0E1FC0-CADF-482F-BE92-CC4DF6D69A11}" dt="2022-10-10T17:14:17.238" v="664" actId="14100"/>
          <ac:spMkLst>
            <pc:docMk/>
            <pc:sldMk cId="2812240692" sldId="275"/>
            <ac:spMk id="20" creationId="{68127A24-314D-0F33-5637-EF7D55B520FE}"/>
          </ac:spMkLst>
        </pc:spChg>
        <pc:grpChg chg="mod">
          <ac:chgData name="Narvaiz, David" userId="c8d6af77-8848-4e82-9606-f6dc21726af4" providerId="ADAL" clId="{5B0E1FC0-CADF-482F-BE92-CC4DF6D69A11}" dt="2022-10-10T17:10:19.747" v="619"/>
          <ac:grpSpMkLst>
            <pc:docMk/>
            <pc:sldMk cId="2812240692" sldId="275"/>
            <ac:grpSpMk id="14" creationId="{92CE5D34-BE40-01BB-B78C-E493CD79D318}"/>
          </ac:grpSpMkLst>
        </pc:grpChg>
        <pc:inkChg chg="del">
          <ac:chgData name="Narvaiz, David" userId="c8d6af77-8848-4e82-9606-f6dc21726af4" providerId="ADAL" clId="{5B0E1FC0-CADF-482F-BE92-CC4DF6D69A11}" dt="2022-10-10T17:13:51.058" v="657" actId="478"/>
          <ac:inkMkLst>
            <pc:docMk/>
            <pc:sldMk cId="2812240692" sldId="275"/>
            <ac:inkMk id="6" creationId="{2BA3E121-3FBA-934C-A54A-BCC38345EEC0}"/>
          </ac:inkMkLst>
        </pc:inkChg>
        <pc:inkChg chg="del">
          <ac:chgData name="Narvaiz, David" userId="c8d6af77-8848-4e82-9606-f6dc21726af4" providerId="ADAL" clId="{5B0E1FC0-CADF-482F-BE92-CC4DF6D69A11}" dt="2022-10-10T17:13:52.483" v="658" actId="478"/>
          <ac:inkMkLst>
            <pc:docMk/>
            <pc:sldMk cId="2812240692" sldId="275"/>
            <ac:inkMk id="7" creationId="{C104D448-BF56-F34B-FA5D-864FE0F89089}"/>
          </ac:inkMkLst>
        </pc:inkChg>
        <pc:inkChg chg="add del">
          <ac:chgData name="Narvaiz, David" userId="c8d6af77-8848-4e82-9606-f6dc21726af4" providerId="ADAL" clId="{5B0E1FC0-CADF-482F-BE92-CC4DF6D69A11}" dt="2022-10-10T17:09:47.882" v="609" actId="9405"/>
          <ac:inkMkLst>
            <pc:docMk/>
            <pc:sldMk cId="2812240692" sldId="275"/>
            <ac:inkMk id="8" creationId="{7B598397-8856-537C-8A9C-56F6AB5E2195}"/>
          </ac:inkMkLst>
        </pc:inkChg>
        <pc:inkChg chg="add mod">
          <ac:chgData name="Narvaiz, David" userId="c8d6af77-8848-4e82-9606-f6dc21726af4" providerId="ADAL" clId="{5B0E1FC0-CADF-482F-BE92-CC4DF6D69A11}" dt="2022-10-10T17:19:58.897" v="725" actId="14100"/>
          <ac:inkMkLst>
            <pc:docMk/>
            <pc:sldMk cId="2812240692" sldId="275"/>
            <ac:inkMk id="9" creationId="{C698E562-CDCD-4576-F113-C52B8C2C2413}"/>
          </ac:inkMkLst>
        </pc:inkChg>
        <pc:inkChg chg="add del">
          <ac:chgData name="Narvaiz, David" userId="c8d6af77-8848-4e82-9606-f6dc21726af4" providerId="ADAL" clId="{5B0E1FC0-CADF-482F-BE92-CC4DF6D69A11}" dt="2022-10-10T17:10:08.610" v="612" actId="9405"/>
          <ac:inkMkLst>
            <pc:docMk/>
            <pc:sldMk cId="2812240692" sldId="275"/>
            <ac:inkMk id="10" creationId="{E0AC6C06-6F27-2B47-EBD7-B45ECF0FFA45}"/>
          </ac:inkMkLst>
        </pc:inkChg>
        <pc:inkChg chg="add del">
          <ac:chgData name="Narvaiz, David" userId="c8d6af77-8848-4e82-9606-f6dc21726af4" providerId="ADAL" clId="{5B0E1FC0-CADF-482F-BE92-CC4DF6D69A11}" dt="2022-10-10T17:10:11.578" v="614" actId="9405"/>
          <ac:inkMkLst>
            <pc:docMk/>
            <pc:sldMk cId="2812240692" sldId="275"/>
            <ac:inkMk id="11" creationId="{1C6D3BCF-B1BD-AC48-9B4F-EE83C06660DD}"/>
          </ac:inkMkLst>
        </pc:inkChg>
        <pc:inkChg chg="add mod">
          <ac:chgData name="Narvaiz, David" userId="c8d6af77-8848-4e82-9606-f6dc21726af4" providerId="ADAL" clId="{5B0E1FC0-CADF-482F-BE92-CC4DF6D69A11}" dt="2022-10-10T17:10:19.747" v="619"/>
          <ac:inkMkLst>
            <pc:docMk/>
            <pc:sldMk cId="2812240692" sldId="275"/>
            <ac:inkMk id="12" creationId="{672FB8F5-3B01-473D-6726-F70D3D13BC9F}"/>
          </ac:inkMkLst>
        </pc:inkChg>
        <pc:inkChg chg="add del mod">
          <ac:chgData name="Narvaiz, David" userId="c8d6af77-8848-4e82-9606-f6dc21726af4" providerId="ADAL" clId="{5B0E1FC0-CADF-482F-BE92-CC4DF6D69A11}" dt="2022-10-10T17:10:19.747" v="619"/>
          <ac:inkMkLst>
            <pc:docMk/>
            <pc:sldMk cId="2812240692" sldId="275"/>
            <ac:inkMk id="13" creationId="{E624FFA6-560D-475A-D465-7FCF6B151A88}"/>
          </ac:inkMkLst>
        </pc:inkChg>
        <pc:inkChg chg="add">
          <ac:chgData name="Narvaiz, David" userId="c8d6af77-8848-4e82-9606-f6dc21726af4" providerId="ADAL" clId="{5B0E1FC0-CADF-482F-BE92-CC4DF6D69A11}" dt="2022-10-10T17:10:21.759" v="620" actId="9405"/>
          <ac:inkMkLst>
            <pc:docMk/>
            <pc:sldMk cId="2812240692" sldId="275"/>
            <ac:inkMk id="15" creationId="{6175EA67-1D24-A770-9CBF-500C8BF28B28}"/>
          </ac:inkMkLst>
        </pc:inkChg>
      </pc:sldChg>
      <pc:sldChg chg="addSp delSp modSp add mod ord">
        <pc:chgData name="Narvaiz, David" userId="c8d6af77-8848-4e82-9606-f6dc21726af4" providerId="ADAL" clId="{5B0E1FC0-CADF-482F-BE92-CC4DF6D69A11}" dt="2022-10-10T17:22:15.173" v="743" actId="1035"/>
        <pc:sldMkLst>
          <pc:docMk/>
          <pc:sldMk cId="1795429164" sldId="276"/>
        </pc:sldMkLst>
        <pc:spChg chg="add del mod">
          <ac:chgData name="Narvaiz, David" userId="c8d6af77-8848-4e82-9606-f6dc21726af4" providerId="ADAL" clId="{5B0E1FC0-CADF-482F-BE92-CC4DF6D69A11}" dt="2022-10-10T17:20:21.957" v="727" actId="478"/>
          <ac:spMkLst>
            <pc:docMk/>
            <pc:sldMk cId="1795429164" sldId="276"/>
            <ac:spMk id="12" creationId="{2EBEAF90-E564-FBCB-D919-4455E818B3DA}"/>
          </ac:spMkLst>
        </pc:spChg>
        <pc:grpChg chg="mod">
          <ac:chgData name="Narvaiz, David" userId="c8d6af77-8848-4e82-9606-f6dc21726af4" providerId="ADAL" clId="{5B0E1FC0-CADF-482F-BE92-CC4DF6D69A11}" dt="2022-10-10T17:17:31.273" v="676"/>
          <ac:grpSpMkLst>
            <pc:docMk/>
            <pc:sldMk cId="1795429164" sldId="276"/>
            <ac:grpSpMk id="11" creationId="{56F8BF00-CAE4-A2B5-CA9C-EB82B9938AB3}"/>
          </ac:grpSpMkLst>
        </pc:grpChg>
        <pc:grpChg chg="add del mod">
          <ac:chgData name="Narvaiz, David" userId="c8d6af77-8848-4e82-9606-f6dc21726af4" providerId="ADAL" clId="{5B0E1FC0-CADF-482F-BE92-CC4DF6D69A11}" dt="2022-10-10T17:21:03.599" v="734"/>
          <ac:grpSpMkLst>
            <pc:docMk/>
            <pc:sldMk cId="1795429164" sldId="276"/>
            <ac:grpSpMk id="15" creationId="{04183A55-E4A7-B42C-F48B-1D65E44E7CF2}"/>
          </ac:grpSpMkLst>
        </pc:grpChg>
        <pc:grpChg chg="mod">
          <ac:chgData name="Narvaiz, David" userId="c8d6af77-8848-4e82-9606-f6dc21726af4" providerId="ADAL" clId="{5B0E1FC0-CADF-482F-BE92-CC4DF6D69A11}" dt="2022-10-10T17:21:03.599" v="734"/>
          <ac:grpSpMkLst>
            <pc:docMk/>
            <pc:sldMk cId="1795429164" sldId="276"/>
            <ac:grpSpMk id="17" creationId="{4DBE6C17-E914-E970-990C-84C517DF9E05}"/>
          </ac:grpSpMkLst>
        </pc:grpChg>
        <pc:picChg chg="add mod">
          <ac:chgData name="Narvaiz, David" userId="c8d6af77-8848-4e82-9606-f6dc21726af4" providerId="ADAL" clId="{5B0E1FC0-CADF-482F-BE92-CC4DF6D69A11}" dt="2022-10-10T17:22:15.173" v="743" actId="1035"/>
          <ac:picMkLst>
            <pc:docMk/>
            <pc:sldMk cId="1795429164" sldId="276"/>
            <ac:picMk id="19" creationId="{E95A759B-996D-A49B-E905-2BBF6867A4B4}"/>
          </ac:picMkLst>
        </pc:picChg>
        <pc:inkChg chg="add">
          <ac:chgData name="Narvaiz, David" userId="c8d6af77-8848-4e82-9606-f6dc21726af4" providerId="ADAL" clId="{5B0E1FC0-CADF-482F-BE92-CC4DF6D69A11}" dt="2022-10-10T17:16:56.611" v="670" actId="9405"/>
          <ac:inkMkLst>
            <pc:docMk/>
            <pc:sldMk cId="1795429164" sldId="276"/>
            <ac:inkMk id="6" creationId="{2DA63938-7FF8-9339-CB6F-14A62D8B7617}"/>
          </ac:inkMkLst>
        </pc:inkChg>
        <pc:inkChg chg="add del">
          <ac:chgData name="Narvaiz, David" userId="c8d6af77-8848-4e82-9606-f6dc21726af4" providerId="ADAL" clId="{5B0E1FC0-CADF-482F-BE92-CC4DF6D69A11}" dt="2022-10-10T17:17:10.562" v="672" actId="9405"/>
          <ac:inkMkLst>
            <pc:docMk/>
            <pc:sldMk cId="1795429164" sldId="276"/>
            <ac:inkMk id="7" creationId="{14C5E0BC-F11D-C518-E35B-2827DC145B55}"/>
          </ac:inkMkLst>
        </pc:inkChg>
        <pc:inkChg chg="add mod">
          <ac:chgData name="Narvaiz, David" userId="c8d6af77-8848-4e82-9606-f6dc21726af4" providerId="ADAL" clId="{5B0E1FC0-CADF-482F-BE92-CC4DF6D69A11}" dt="2022-10-10T17:19:31.536" v="715" actId="14100"/>
          <ac:inkMkLst>
            <pc:docMk/>
            <pc:sldMk cId="1795429164" sldId="276"/>
            <ac:inkMk id="8" creationId="{37BDB3A0-5DD6-0FBC-22FB-A9119F99D307}"/>
          </ac:inkMkLst>
        </pc:inkChg>
        <pc:inkChg chg="add mod">
          <ac:chgData name="Narvaiz, David" userId="c8d6af77-8848-4e82-9606-f6dc21726af4" providerId="ADAL" clId="{5B0E1FC0-CADF-482F-BE92-CC4DF6D69A11}" dt="2022-10-10T17:17:31.273" v="676"/>
          <ac:inkMkLst>
            <pc:docMk/>
            <pc:sldMk cId="1795429164" sldId="276"/>
            <ac:inkMk id="9" creationId="{95EBED50-1962-804A-F3C2-13ABAD4CBC80}"/>
          </ac:inkMkLst>
        </pc:inkChg>
        <pc:inkChg chg="add mod">
          <ac:chgData name="Narvaiz, David" userId="c8d6af77-8848-4e82-9606-f6dc21726af4" providerId="ADAL" clId="{5B0E1FC0-CADF-482F-BE92-CC4DF6D69A11}" dt="2022-10-10T17:17:31.273" v="676"/>
          <ac:inkMkLst>
            <pc:docMk/>
            <pc:sldMk cId="1795429164" sldId="276"/>
            <ac:inkMk id="10" creationId="{BD18F6CE-26A4-A824-37DE-5D7503449980}"/>
          </ac:inkMkLst>
        </pc:inkChg>
        <pc:inkChg chg="add mod">
          <ac:chgData name="Narvaiz, David" userId="c8d6af77-8848-4e82-9606-f6dc21726af4" providerId="ADAL" clId="{5B0E1FC0-CADF-482F-BE92-CC4DF6D69A11}" dt="2022-10-10T17:21:03.599" v="734"/>
          <ac:inkMkLst>
            <pc:docMk/>
            <pc:sldMk cId="1795429164" sldId="276"/>
            <ac:inkMk id="13" creationId="{FF99115E-A2F6-796E-7B7D-478F214E5E57}"/>
          </ac:inkMkLst>
        </pc:inkChg>
        <pc:inkChg chg="add mod">
          <ac:chgData name="Narvaiz, David" userId="c8d6af77-8848-4e82-9606-f6dc21726af4" providerId="ADAL" clId="{5B0E1FC0-CADF-482F-BE92-CC4DF6D69A11}" dt="2022-10-10T17:21:03.599" v="734"/>
          <ac:inkMkLst>
            <pc:docMk/>
            <pc:sldMk cId="1795429164" sldId="276"/>
            <ac:inkMk id="14" creationId="{DB4DC882-4E46-DDE6-E8D1-C3B52468A82B}"/>
          </ac:inkMkLst>
        </pc:inkChg>
        <pc:inkChg chg="add del mod">
          <ac:chgData name="Narvaiz, David" userId="c8d6af77-8848-4e82-9606-f6dc21726af4" providerId="ADAL" clId="{5B0E1FC0-CADF-482F-BE92-CC4DF6D69A11}" dt="2022-10-10T17:21:03.599" v="734"/>
          <ac:inkMkLst>
            <pc:docMk/>
            <pc:sldMk cId="1795429164" sldId="276"/>
            <ac:inkMk id="16" creationId="{55CF7DBB-CCBB-6FB6-C85B-AAC57C6C6AFB}"/>
          </ac:inkMkLst>
        </pc:inkChg>
      </pc:sldChg>
      <pc:sldChg chg="new del">
        <pc:chgData name="Narvaiz, David" userId="c8d6af77-8848-4e82-9606-f6dc21726af4" providerId="ADAL" clId="{5B0E1FC0-CADF-482F-BE92-CC4DF6D69A11}" dt="2022-10-10T17:14:47.024" v="666" actId="47"/>
        <pc:sldMkLst>
          <pc:docMk/>
          <pc:sldMk cId="4052243602" sldId="276"/>
        </pc:sldMkLst>
      </pc:sldChg>
      <pc:sldChg chg="addSp delSp modSp add mod ord">
        <pc:chgData name="Narvaiz, David" userId="c8d6af77-8848-4e82-9606-f6dc21726af4" providerId="ADAL" clId="{5B0E1FC0-CADF-482F-BE92-CC4DF6D69A11}" dt="2022-10-10T17:58:43.737" v="789" actId="208"/>
        <pc:sldMkLst>
          <pc:docMk/>
          <pc:sldMk cId="521919679" sldId="277"/>
        </pc:sldMkLst>
        <pc:grpChg chg="del mod">
          <ac:chgData name="Narvaiz, David" userId="c8d6af77-8848-4e82-9606-f6dc21726af4" providerId="ADAL" clId="{5B0E1FC0-CADF-482F-BE92-CC4DF6D69A11}" dt="2022-10-10T17:18:30.339" v="688"/>
          <ac:grpSpMkLst>
            <pc:docMk/>
            <pc:sldMk cId="521919679" sldId="277"/>
            <ac:grpSpMk id="10" creationId="{D12EC8E6-5F79-20C1-CFD7-E58001879D43}"/>
          </ac:grpSpMkLst>
        </pc:grpChg>
        <pc:grpChg chg="del mod">
          <ac:chgData name="Narvaiz, David" userId="c8d6af77-8848-4e82-9606-f6dc21726af4" providerId="ADAL" clId="{5B0E1FC0-CADF-482F-BE92-CC4DF6D69A11}" dt="2022-10-10T17:18:34.364" v="691"/>
          <ac:grpSpMkLst>
            <pc:docMk/>
            <pc:sldMk cId="521919679" sldId="277"/>
            <ac:grpSpMk id="12" creationId="{9E04AC35-51B5-7B5C-9F9D-7A9D106769DF}"/>
          </ac:grpSpMkLst>
        </pc:grpChg>
        <pc:grpChg chg="del mod">
          <ac:chgData name="Narvaiz, David" userId="c8d6af77-8848-4e82-9606-f6dc21726af4" providerId="ADAL" clId="{5B0E1FC0-CADF-482F-BE92-CC4DF6D69A11}" dt="2022-10-10T17:57:59.125" v="784" actId="478"/>
          <ac:grpSpMkLst>
            <pc:docMk/>
            <pc:sldMk cId="521919679" sldId="277"/>
            <ac:grpSpMk id="15" creationId="{637808BB-692D-8768-651B-1065BDC8EAC3}"/>
          </ac:grpSpMkLst>
        </pc:grpChg>
        <pc:picChg chg="add mod">
          <ac:chgData name="Narvaiz, David" userId="c8d6af77-8848-4e82-9606-f6dc21726af4" providerId="ADAL" clId="{5B0E1FC0-CADF-482F-BE92-CC4DF6D69A11}" dt="2022-10-10T17:58:43.737" v="789" actId="208"/>
          <ac:picMkLst>
            <pc:docMk/>
            <pc:sldMk cId="521919679" sldId="277"/>
            <ac:picMk id="17" creationId="{D8051113-58E8-EE2A-AB97-CC2D4BC6A7F4}"/>
          </ac:picMkLst>
        </pc:picChg>
        <pc:inkChg chg="add">
          <ac:chgData name="Narvaiz, David" userId="c8d6af77-8848-4e82-9606-f6dc21726af4" providerId="ADAL" clId="{5B0E1FC0-CADF-482F-BE92-CC4DF6D69A11}" dt="2022-10-10T17:18:12.386" v="682" actId="9405"/>
          <ac:inkMkLst>
            <pc:docMk/>
            <pc:sldMk cId="521919679" sldId="277"/>
            <ac:inkMk id="6" creationId="{E1DDC456-700B-5DEA-2570-20AB2BC1C893}"/>
          </ac:inkMkLst>
        </pc:inkChg>
        <pc:inkChg chg="add">
          <ac:chgData name="Narvaiz, David" userId="c8d6af77-8848-4e82-9606-f6dc21726af4" providerId="ADAL" clId="{5B0E1FC0-CADF-482F-BE92-CC4DF6D69A11}" dt="2022-10-10T17:18:20.426" v="683" actId="9405"/>
          <ac:inkMkLst>
            <pc:docMk/>
            <pc:sldMk cId="521919679" sldId="277"/>
            <ac:inkMk id="7" creationId="{2FBBCBF7-63EF-D5BA-8240-CD8207AD31D6}"/>
          </ac:inkMkLst>
        </pc:inkChg>
        <pc:inkChg chg="add mod">
          <ac:chgData name="Narvaiz, David" userId="c8d6af77-8848-4e82-9606-f6dc21726af4" providerId="ADAL" clId="{5B0E1FC0-CADF-482F-BE92-CC4DF6D69A11}" dt="2022-10-10T17:18:34.364" v="691"/>
          <ac:inkMkLst>
            <pc:docMk/>
            <pc:sldMk cId="521919679" sldId="277"/>
            <ac:inkMk id="8" creationId="{93ABE5A2-3CBF-8F6D-CCBF-39F1EB57BB46}"/>
          </ac:inkMkLst>
        </pc:inkChg>
        <pc:inkChg chg="add mod">
          <ac:chgData name="Narvaiz, David" userId="c8d6af77-8848-4e82-9606-f6dc21726af4" providerId="ADAL" clId="{5B0E1FC0-CADF-482F-BE92-CC4DF6D69A11}" dt="2022-10-10T17:18:34.364" v="691"/>
          <ac:inkMkLst>
            <pc:docMk/>
            <pc:sldMk cId="521919679" sldId="277"/>
            <ac:inkMk id="9" creationId="{F883CE0D-AD82-DCC2-C9CA-7C7F64C84016}"/>
          </ac:inkMkLst>
        </pc:inkChg>
        <pc:inkChg chg="add mod">
          <ac:chgData name="Narvaiz, David" userId="c8d6af77-8848-4e82-9606-f6dc21726af4" providerId="ADAL" clId="{5B0E1FC0-CADF-482F-BE92-CC4DF6D69A11}" dt="2022-10-10T17:18:34.364" v="691"/>
          <ac:inkMkLst>
            <pc:docMk/>
            <pc:sldMk cId="521919679" sldId="277"/>
            <ac:inkMk id="11" creationId="{7CF3A96A-F61A-423A-13F4-5F6C42725EEA}"/>
          </ac:inkMkLst>
        </pc:inkChg>
        <pc:inkChg chg="add mod">
          <ac:chgData name="Narvaiz, David" userId="c8d6af77-8848-4e82-9606-f6dc21726af4" providerId="ADAL" clId="{5B0E1FC0-CADF-482F-BE92-CC4DF6D69A11}" dt="2022-10-10T17:18:34.364" v="691"/>
          <ac:inkMkLst>
            <pc:docMk/>
            <pc:sldMk cId="521919679" sldId="277"/>
            <ac:inkMk id="13" creationId="{3615A5E4-4247-5650-A838-EE5DA8D3BA05}"/>
          </ac:inkMkLst>
        </pc:inkChg>
        <pc:inkChg chg="add mod">
          <ac:chgData name="Narvaiz, David" userId="c8d6af77-8848-4e82-9606-f6dc21726af4" providerId="ADAL" clId="{5B0E1FC0-CADF-482F-BE92-CC4DF6D69A11}" dt="2022-10-10T17:18:34.364" v="691"/>
          <ac:inkMkLst>
            <pc:docMk/>
            <pc:sldMk cId="521919679" sldId="277"/>
            <ac:inkMk id="14" creationId="{2156EA47-FD17-01A6-6860-58E75F8B2953}"/>
          </ac:inkMkLst>
        </pc:inkChg>
      </pc:sldChg>
      <pc:sldChg chg="delSp modSp add mod">
        <pc:chgData name="Narvaiz, David" userId="c8d6af77-8848-4e82-9606-f6dc21726af4" providerId="ADAL" clId="{5B0E1FC0-CADF-482F-BE92-CC4DF6D69A11}" dt="2022-10-10T18:00:13.108" v="804" actId="20577"/>
        <pc:sldMkLst>
          <pc:docMk/>
          <pc:sldMk cId="3145655555" sldId="278"/>
        </pc:sldMkLst>
        <pc:spChg chg="mod">
          <ac:chgData name="Narvaiz, David" userId="c8d6af77-8848-4e82-9606-f6dc21726af4" providerId="ADAL" clId="{5B0E1FC0-CADF-482F-BE92-CC4DF6D69A11}" dt="2022-10-10T18:00:13.108" v="804" actId="20577"/>
          <ac:spMkLst>
            <pc:docMk/>
            <pc:sldMk cId="3145655555" sldId="278"/>
            <ac:spMk id="3" creationId="{00000000-0000-0000-0000-000000000000}"/>
          </ac:spMkLst>
        </pc:spChg>
        <pc:picChg chg="del mod">
          <ac:chgData name="Narvaiz, David" userId="c8d6af77-8848-4e82-9606-f6dc21726af4" providerId="ADAL" clId="{5B0E1FC0-CADF-482F-BE92-CC4DF6D69A11}" dt="2022-10-10T17:57:10.722" v="776" actId="478"/>
          <ac:picMkLst>
            <pc:docMk/>
            <pc:sldMk cId="3145655555" sldId="278"/>
            <ac:picMk id="4" creationId="{B1593BF9-145B-7783-1B7A-88E51FF2CB44}"/>
          </ac:picMkLst>
        </pc:picChg>
        <pc:picChg chg="del mod">
          <ac:chgData name="Narvaiz, David" userId="c8d6af77-8848-4e82-9606-f6dc21726af4" providerId="ADAL" clId="{5B0E1FC0-CADF-482F-BE92-CC4DF6D69A11}" dt="2022-10-10T17:57:10.722" v="776" actId="478"/>
          <ac:picMkLst>
            <pc:docMk/>
            <pc:sldMk cId="3145655555" sldId="278"/>
            <ac:picMk id="5" creationId="{C09D439D-E75F-CCAC-1735-B94C58A6FB01}"/>
          </ac:picMkLst>
        </pc:picChg>
        <pc:picChg chg="del mod">
          <ac:chgData name="Narvaiz, David" userId="c8d6af77-8848-4e82-9606-f6dc21726af4" providerId="ADAL" clId="{5B0E1FC0-CADF-482F-BE92-CC4DF6D69A11}" dt="2022-10-10T17:57:10.722" v="776" actId="478"/>
          <ac:picMkLst>
            <pc:docMk/>
            <pc:sldMk cId="3145655555" sldId="278"/>
            <ac:picMk id="6" creationId="{3219B48F-3BBE-EC17-C2C7-C3815FBCA9CF}"/>
          </ac:picMkLst>
        </pc:picChg>
        <pc:cxnChg chg="del mod">
          <ac:chgData name="Narvaiz, David" userId="c8d6af77-8848-4e82-9606-f6dc21726af4" providerId="ADAL" clId="{5B0E1FC0-CADF-482F-BE92-CC4DF6D69A11}" dt="2022-10-10T17:57:10.722" v="776" actId="478"/>
          <ac:cxnSpMkLst>
            <pc:docMk/>
            <pc:sldMk cId="3145655555" sldId="278"/>
            <ac:cxnSpMk id="10" creationId="{643652B6-89D3-4953-F13A-C379D36FC1D7}"/>
          </ac:cxnSpMkLst>
        </pc:cxnChg>
        <pc:cxnChg chg="del mod">
          <ac:chgData name="Narvaiz, David" userId="c8d6af77-8848-4e82-9606-f6dc21726af4" providerId="ADAL" clId="{5B0E1FC0-CADF-482F-BE92-CC4DF6D69A11}" dt="2022-10-10T17:57:10.722" v="776" actId="478"/>
          <ac:cxnSpMkLst>
            <pc:docMk/>
            <pc:sldMk cId="3145655555" sldId="278"/>
            <ac:cxnSpMk id="12" creationId="{468CE66D-1F25-C512-D56D-91BEDC8E6318}"/>
          </ac:cxnSpMkLst>
        </pc:cxnChg>
      </pc:sldChg>
      <pc:sldChg chg="addSp delSp modSp new del mod ord addAnim delAnim modAnim">
        <pc:chgData name="Narvaiz, David" userId="c8d6af77-8848-4e82-9606-f6dc21726af4" providerId="ADAL" clId="{5B0E1FC0-CADF-482F-BE92-CC4DF6D69A11}" dt="2022-10-10T19:10:31.761" v="959" actId="47"/>
        <pc:sldMkLst>
          <pc:docMk/>
          <pc:sldMk cId="631635203" sldId="279"/>
        </pc:sldMkLst>
        <pc:spChg chg="del mod">
          <ac:chgData name="Narvaiz, David" userId="c8d6af77-8848-4e82-9606-f6dc21726af4" providerId="ADAL" clId="{5B0E1FC0-CADF-482F-BE92-CC4DF6D69A11}" dt="2022-10-10T18:55:22.176" v="944" actId="478"/>
          <ac:spMkLst>
            <pc:docMk/>
            <pc:sldMk cId="631635203" sldId="279"/>
            <ac:spMk id="2" creationId="{AFF54BD8-846E-C0B7-0BCA-4BCE6D3FBB4A}"/>
          </ac:spMkLst>
        </pc:spChg>
        <pc:spChg chg="del">
          <ac:chgData name="Narvaiz, David" userId="c8d6af77-8848-4e82-9606-f6dc21726af4" providerId="ADAL" clId="{5B0E1FC0-CADF-482F-BE92-CC4DF6D69A11}" dt="2022-10-10T18:55:26.367" v="946" actId="478"/>
          <ac:spMkLst>
            <pc:docMk/>
            <pc:sldMk cId="631635203" sldId="279"/>
            <ac:spMk id="3" creationId="{AE73C213-EB7D-808C-7711-BB630146BA15}"/>
          </ac:spMkLst>
        </pc:spChg>
        <pc:spChg chg="add mod">
          <ac:chgData name="Narvaiz, David" userId="c8d6af77-8848-4e82-9606-f6dc21726af4" providerId="ADAL" clId="{5B0E1FC0-CADF-482F-BE92-CC4DF6D69A11}" dt="2022-10-10T19:09:27.380" v="954" actId="20577"/>
          <ac:spMkLst>
            <pc:docMk/>
            <pc:sldMk cId="631635203" sldId="279"/>
            <ac:spMk id="6" creationId="{DCF3268E-4AD1-0AB2-A07B-ECAB0BE4136C}"/>
          </ac:spMkLst>
        </pc:spChg>
        <pc:picChg chg="add del mod">
          <ac:chgData name="Narvaiz, David" userId="c8d6af77-8848-4e82-9606-f6dc21726af4" providerId="ADAL" clId="{5B0E1FC0-CADF-482F-BE92-CC4DF6D69A11}" dt="2022-10-10T19:09:09.199" v="950" actId="478"/>
          <ac:picMkLst>
            <pc:docMk/>
            <pc:sldMk cId="631635203" sldId="279"/>
            <ac:picMk id="4" creationId="{5B195603-C934-7DED-5D18-35CF7C31742E}"/>
          </ac:picMkLst>
        </pc:picChg>
      </pc:sldChg>
      <pc:sldChg chg="addSp delSp modSp new mod modClrScheme chgLayout">
        <pc:chgData name="Narvaiz, David" userId="c8d6af77-8848-4e82-9606-f6dc21726af4" providerId="ADAL" clId="{5B0E1FC0-CADF-482F-BE92-CC4DF6D69A11}" dt="2022-10-10T19:17:27.240" v="972" actId="732"/>
        <pc:sldMkLst>
          <pc:docMk/>
          <pc:sldMk cId="2558284801" sldId="280"/>
        </pc:sldMkLst>
        <pc:spChg chg="del mod ord">
          <ac:chgData name="Narvaiz, David" userId="c8d6af77-8848-4e82-9606-f6dc21726af4" providerId="ADAL" clId="{5B0E1FC0-CADF-482F-BE92-CC4DF6D69A11}" dt="2022-10-10T19:09:51.959" v="956" actId="700"/>
          <ac:spMkLst>
            <pc:docMk/>
            <pc:sldMk cId="2558284801" sldId="280"/>
            <ac:spMk id="2" creationId="{94B9F319-64A8-7F45-46AE-EA787E17CDDD}"/>
          </ac:spMkLst>
        </pc:spChg>
        <pc:spChg chg="del">
          <ac:chgData name="Narvaiz, David" userId="c8d6af77-8848-4e82-9606-f6dc21726af4" providerId="ADAL" clId="{5B0E1FC0-CADF-482F-BE92-CC4DF6D69A11}" dt="2022-10-10T19:09:51.959" v="956" actId="700"/>
          <ac:spMkLst>
            <pc:docMk/>
            <pc:sldMk cId="2558284801" sldId="280"/>
            <ac:spMk id="3" creationId="{B6A459EC-B742-CB5B-03E3-8589A89E6D20}"/>
          </ac:spMkLst>
        </pc:spChg>
        <pc:spChg chg="add del mod ord">
          <ac:chgData name="Narvaiz, David" userId="c8d6af77-8848-4e82-9606-f6dc21726af4" providerId="ADAL" clId="{5B0E1FC0-CADF-482F-BE92-CC4DF6D69A11}" dt="2022-10-10T19:09:54.014" v="957" actId="478"/>
          <ac:spMkLst>
            <pc:docMk/>
            <pc:sldMk cId="2558284801" sldId="280"/>
            <ac:spMk id="4" creationId="{522771C5-B9D1-64EE-E0CF-F6C7019FD08D}"/>
          </ac:spMkLst>
        </pc:spChg>
        <pc:spChg chg="add mod">
          <ac:chgData name="Narvaiz, David" userId="c8d6af77-8848-4e82-9606-f6dc21726af4" providerId="ADAL" clId="{5B0E1FC0-CADF-482F-BE92-CC4DF6D69A11}" dt="2022-10-10T19:17:01.759" v="969" actId="1076"/>
          <ac:spMkLst>
            <pc:docMk/>
            <pc:sldMk cId="2558284801" sldId="280"/>
            <ac:spMk id="5" creationId="{C518C658-CEF3-E2E8-9170-F63E83217845}"/>
          </ac:spMkLst>
        </pc:spChg>
        <pc:picChg chg="add mod modCrop">
          <ac:chgData name="Narvaiz, David" userId="c8d6af77-8848-4e82-9606-f6dc21726af4" providerId="ADAL" clId="{5B0E1FC0-CADF-482F-BE92-CC4DF6D69A11}" dt="2022-10-10T19:17:27.240" v="972" actId="732"/>
          <ac:picMkLst>
            <pc:docMk/>
            <pc:sldMk cId="2558284801" sldId="280"/>
            <ac:picMk id="6" creationId="{16879999-27DA-6A47-FA48-1E6F7E891F09}"/>
          </ac:picMkLst>
        </pc:picChg>
      </pc:sldChg>
    </pc:docChg>
  </pc:docChgLst>
  <pc:docChgLst>
    <pc:chgData name="Narvaiz, David" userId="c8d6af77-8848-4e82-9606-f6dc21726af4" providerId="ADAL" clId="{3691E7F0-BAB8-4AED-B535-9E7D945E044A}"/>
    <pc:docChg chg="undo custSel delSld modSld">
      <pc:chgData name="Narvaiz, David" userId="c8d6af77-8848-4e82-9606-f6dc21726af4" providerId="ADAL" clId="{3691E7F0-BAB8-4AED-B535-9E7D945E044A}" dt="2023-02-20T16:37:12.526" v="2" actId="2696"/>
      <pc:docMkLst>
        <pc:docMk/>
      </pc:docMkLst>
      <pc:sldChg chg="modSp del mod">
        <pc:chgData name="Narvaiz, David" userId="c8d6af77-8848-4e82-9606-f6dc21726af4" providerId="ADAL" clId="{3691E7F0-BAB8-4AED-B535-9E7D945E044A}" dt="2023-02-20T16:37:12.526" v="2" actId="2696"/>
        <pc:sldMkLst>
          <pc:docMk/>
          <pc:sldMk cId="2558284801" sldId="280"/>
        </pc:sldMkLst>
        <pc:picChg chg="mod">
          <ac:chgData name="Narvaiz, David" userId="c8d6af77-8848-4e82-9606-f6dc21726af4" providerId="ADAL" clId="{3691E7F0-BAB8-4AED-B535-9E7D945E044A}" dt="2023-02-20T16:35:00.265" v="1" actId="1076"/>
          <ac:picMkLst>
            <pc:docMk/>
            <pc:sldMk cId="2558284801" sldId="280"/>
            <ac:picMk id="6" creationId="{16879999-27DA-6A47-FA48-1E6F7E891F0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697538" y="0"/>
            <a:ext cx="4359275" cy="3889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957814-F31C-49DC-8B74-71EAF63B89A2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32163" y="971550"/>
            <a:ext cx="3394075" cy="26225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06475" y="3740150"/>
            <a:ext cx="8045450" cy="30607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697538" y="7383463"/>
            <a:ext cx="4359275" cy="3889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58B37C6-345B-434B-938C-65CB1F917DD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85554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58B37C6-345B-434B-938C-65CB1F917DDA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1279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7" y="207263"/>
            <a:ext cx="9656064" cy="7357872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5734" y="1000026"/>
            <a:ext cx="8222742" cy="3316224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66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0363" y="4385587"/>
            <a:ext cx="7233485" cy="1573254"/>
          </a:xfrm>
        </p:spPr>
        <p:txBody>
          <a:bodyPr>
            <a:normAutofit/>
          </a:bodyPr>
          <a:lstStyle>
            <a:lvl1pPr marL="0" indent="0" algn="ctr">
              <a:spcBef>
                <a:spcPts val="1100"/>
              </a:spcBef>
              <a:buNone/>
              <a:defRPr sz="1980">
                <a:solidFill>
                  <a:srgbClr val="FFFFFF"/>
                </a:solidFill>
              </a:defRPr>
            </a:lvl1pPr>
            <a:lvl2pPr marL="377190" indent="0" algn="ctr">
              <a:buNone/>
              <a:defRPr sz="1980"/>
            </a:lvl2pPr>
            <a:lvl3pPr marL="754380" indent="0" algn="ctr">
              <a:buNone/>
              <a:defRPr sz="1980"/>
            </a:lvl3pPr>
            <a:lvl4pPr marL="1131570" indent="0" algn="ctr">
              <a:buNone/>
              <a:defRPr sz="1650"/>
            </a:lvl4pPr>
            <a:lvl5pPr marL="1508760" indent="0" algn="ctr">
              <a:buNone/>
              <a:defRPr sz="1650"/>
            </a:lvl5pPr>
            <a:lvl6pPr marL="1885950" indent="0" algn="ctr">
              <a:buNone/>
              <a:defRPr sz="1650"/>
            </a:lvl6pPr>
            <a:lvl7pPr marL="2263140" indent="0" algn="ctr">
              <a:buNone/>
              <a:defRPr sz="1650"/>
            </a:lvl7pPr>
            <a:lvl8pPr marL="2640330" indent="0" algn="ctr">
              <a:buNone/>
              <a:defRPr sz="1650"/>
            </a:lvl8pPr>
            <a:lvl9pPr marL="3017520" indent="0" algn="ctr">
              <a:buNone/>
              <a:defRPr sz="165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632395" y="4231640"/>
            <a:ext cx="678942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796786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spcBef>
                <a:spcPts val="1100"/>
              </a:spcBef>
              <a:defRPr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35222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2800" y="1330052"/>
            <a:ext cx="8222742" cy="3316224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6600" b="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10691" y="4708456"/>
            <a:ext cx="7234504" cy="1545647"/>
          </a:xfrm>
        </p:spPr>
        <p:txBody>
          <a:bodyPr anchor="t">
            <a:normAutofit/>
          </a:bodyPr>
          <a:lstStyle>
            <a:lvl1pPr marL="0" indent="0" algn="ctr">
              <a:buNone/>
              <a:defRPr sz="1980">
                <a:solidFill>
                  <a:schemeClr val="accent1"/>
                </a:solidFill>
              </a:defRPr>
            </a:lvl1pPr>
            <a:lvl2pPr marL="377190" indent="0">
              <a:buNone/>
              <a:defRPr sz="1485">
                <a:solidFill>
                  <a:schemeClr val="tx1">
                    <a:tint val="75000"/>
                  </a:schemeClr>
                </a:solidFill>
              </a:defRPr>
            </a:lvl2pPr>
            <a:lvl3pPr marL="754380" indent="0">
              <a:buNone/>
              <a:defRPr sz="1320">
                <a:solidFill>
                  <a:schemeClr val="tx1">
                    <a:tint val="75000"/>
                  </a:schemeClr>
                </a:solidFill>
              </a:defRPr>
            </a:lvl3pPr>
            <a:lvl4pPr marL="113157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4pPr>
            <a:lvl5pPr marL="150876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5pPr>
            <a:lvl6pPr marL="188595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6pPr>
            <a:lvl7pPr marL="226314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7pPr>
            <a:lvl8pPr marL="264033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8pPr>
            <a:lvl9pPr marL="3017520" indent="0">
              <a:buNone/>
              <a:defRPr sz="115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1634491" y="4556462"/>
            <a:ext cx="678942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84874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2331719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70780" y="2331720"/>
            <a:ext cx="3922776" cy="4559808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978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2268379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2975" y="3084347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72068" y="2265570"/>
            <a:ext cx="3922776" cy="880872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980" b="1"/>
            </a:lvl1pPr>
            <a:lvl2pPr marL="377190" indent="0">
              <a:buNone/>
              <a:defRPr sz="1650" b="1"/>
            </a:lvl2pPr>
            <a:lvl3pPr marL="754380" indent="0">
              <a:buNone/>
              <a:defRPr sz="1485" b="1"/>
            </a:lvl3pPr>
            <a:lvl4pPr marL="1131570" indent="0">
              <a:buNone/>
              <a:defRPr sz="1320" b="1"/>
            </a:lvl4pPr>
            <a:lvl5pPr marL="1508760" indent="0">
              <a:buNone/>
              <a:defRPr sz="1320" b="1"/>
            </a:lvl5pPr>
            <a:lvl6pPr marL="1885950" indent="0">
              <a:buNone/>
              <a:defRPr sz="1320" b="1"/>
            </a:lvl6pPr>
            <a:lvl7pPr marL="2263140" indent="0">
              <a:buNone/>
              <a:defRPr sz="1320" b="1"/>
            </a:lvl7pPr>
            <a:lvl8pPr marL="2640330" indent="0">
              <a:buNone/>
              <a:defRPr sz="1320" b="1"/>
            </a:lvl8pPr>
            <a:lvl9pPr marL="3017520" indent="0">
              <a:buNone/>
              <a:defRPr sz="13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72068" y="3081898"/>
            <a:ext cx="3922776" cy="3834384"/>
          </a:xfrm>
        </p:spPr>
        <p:txBody>
          <a:bodyPr/>
          <a:lstStyle>
            <a:lvl1pPr>
              <a:defRPr sz="1815"/>
            </a:lvl1pPr>
            <a:lvl2pPr>
              <a:defRPr sz="1650"/>
            </a:lvl2pPr>
            <a:lvl3pPr>
              <a:defRPr sz="1485"/>
            </a:lvl3pPr>
            <a:lvl4pPr>
              <a:defRPr sz="1320"/>
            </a:lvl4pPr>
            <a:lvl5pPr>
              <a:defRPr sz="1320"/>
            </a:lvl5pPr>
            <a:lvl6pPr>
              <a:defRPr sz="1320"/>
            </a:lvl6pPr>
            <a:lvl7pPr>
              <a:defRPr sz="1320"/>
            </a:lvl7pPr>
            <a:lvl8pPr>
              <a:defRPr sz="1320"/>
            </a:lvl8pPr>
            <a:lvl9pPr>
              <a:defRPr sz="13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8353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910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5238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42245" y="1243584"/>
            <a:ext cx="4564602" cy="5285232"/>
          </a:xfrm>
        </p:spPr>
        <p:txBody>
          <a:bodyPr/>
          <a:lstStyle>
            <a:lvl1pPr>
              <a:defRPr sz="2640"/>
            </a:lvl1pPr>
            <a:lvl2pPr>
              <a:defRPr sz="2310"/>
            </a:lvl2pPr>
            <a:lvl3pPr>
              <a:defRPr sz="1980"/>
            </a:lvl3pPr>
            <a:lvl4pPr>
              <a:defRPr sz="1650"/>
            </a:lvl4pPr>
            <a:lvl5pPr>
              <a:defRPr sz="1650"/>
            </a:lvl5pPr>
            <a:lvl6pPr>
              <a:defRPr sz="1650"/>
            </a:lvl6pPr>
            <a:lvl7pPr>
              <a:defRPr sz="1650"/>
            </a:lvl7pPr>
            <a:lvl8pPr>
              <a:defRPr sz="1650"/>
            </a:lvl8pPr>
            <a:lvl9pPr>
              <a:defRPr sz="16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316224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045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2975" y="1243584"/>
            <a:ext cx="3118104" cy="1969008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3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21018" y="1212494"/>
            <a:ext cx="4683473" cy="5264507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310"/>
            </a:lvl1pPr>
            <a:lvl2pPr marL="377190" indent="0">
              <a:buNone/>
              <a:defRPr sz="2310"/>
            </a:lvl2pPr>
            <a:lvl3pPr marL="754380" indent="0">
              <a:buNone/>
              <a:defRPr sz="1980"/>
            </a:lvl3pPr>
            <a:lvl4pPr marL="1131570" indent="0">
              <a:buNone/>
              <a:defRPr sz="1650"/>
            </a:lvl4pPr>
            <a:lvl5pPr marL="1508760" indent="0">
              <a:buNone/>
              <a:defRPr sz="1650"/>
            </a:lvl5pPr>
            <a:lvl6pPr marL="1885950" indent="0">
              <a:buNone/>
              <a:defRPr sz="1650"/>
            </a:lvl6pPr>
            <a:lvl7pPr marL="2263140" indent="0">
              <a:buNone/>
              <a:defRPr sz="1650"/>
            </a:lvl7pPr>
            <a:lvl8pPr marL="2640330" indent="0">
              <a:buNone/>
              <a:defRPr sz="1650"/>
            </a:lvl8pPr>
            <a:lvl9pPr marL="3017520" indent="0">
              <a:buNone/>
              <a:defRPr sz="16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2975" y="3212592"/>
            <a:ext cx="3118104" cy="326440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880"/>
              </a:spcBef>
              <a:buNone/>
              <a:defRPr sz="1403"/>
            </a:lvl1pPr>
            <a:lvl2pPr marL="377190" indent="0">
              <a:buNone/>
              <a:defRPr sz="990"/>
            </a:lvl2pPr>
            <a:lvl3pPr marL="754380" indent="0">
              <a:buNone/>
              <a:defRPr sz="825"/>
            </a:lvl3pPr>
            <a:lvl4pPr marL="1131570" indent="0">
              <a:buNone/>
              <a:defRPr sz="743"/>
            </a:lvl4pPr>
            <a:lvl5pPr marL="1508760" indent="0">
              <a:buNone/>
              <a:defRPr sz="743"/>
            </a:lvl5pPr>
            <a:lvl6pPr marL="1885950" indent="0">
              <a:buNone/>
              <a:defRPr sz="743"/>
            </a:lvl6pPr>
            <a:lvl7pPr marL="2263140" indent="0">
              <a:buNone/>
              <a:defRPr sz="743"/>
            </a:lvl7pPr>
            <a:lvl8pPr marL="2640330" indent="0">
              <a:buNone/>
              <a:defRPr sz="743"/>
            </a:lvl8pPr>
            <a:lvl9pPr marL="3017520" indent="0">
              <a:buNone/>
              <a:defRPr sz="743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7724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0507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198043" y="863600"/>
            <a:ext cx="1917383" cy="613156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5" y="863600"/>
            <a:ext cx="6129338" cy="613156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0432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085300" y="2939796"/>
            <a:ext cx="5887798" cy="11440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200" b="1" i="0">
                <a:solidFill>
                  <a:srgbClr val="33006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508760" y="4352544"/>
            <a:ext cx="7040880" cy="19431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10/14/2024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148561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01168" y="207264"/>
            <a:ext cx="9656064" cy="7357872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690880"/>
            <a:ext cx="8147304" cy="15372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7" y="2331720"/>
            <a:ext cx="8145118" cy="45770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2" y="7053674"/>
            <a:ext cx="1921487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10/14/2024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8048" y="7053674"/>
            <a:ext cx="3892164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96864" y="7053674"/>
            <a:ext cx="1407629" cy="41380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5488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0" r:id="rId1"/>
    <p:sldLayoutId id="2147483811" r:id="rId2"/>
    <p:sldLayoutId id="2147483812" r:id="rId3"/>
    <p:sldLayoutId id="2147483813" r:id="rId4"/>
    <p:sldLayoutId id="2147483814" r:id="rId5"/>
    <p:sldLayoutId id="2147483815" r:id="rId6"/>
    <p:sldLayoutId id="2147483816" r:id="rId7"/>
    <p:sldLayoutId id="2147483817" r:id="rId8"/>
    <p:sldLayoutId id="2147483818" r:id="rId9"/>
    <p:sldLayoutId id="2147483819" r:id="rId10"/>
    <p:sldLayoutId id="2147483820" r:id="rId11"/>
    <p:sldLayoutId id="2147483821" r:id="rId12"/>
  </p:sldLayoutIdLst>
  <p:txStyles>
    <p:titleStyle>
      <a:lvl1pPr algn="l" defTabSz="75438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88595" indent="-150876" algn="l" defTabSz="754380" rtl="0" eaLnBrk="1" latinLnBrk="0" hangingPunct="1">
        <a:lnSpc>
          <a:spcPct val="90000"/>
        </a:lnSpc>
        <a:spcBef>
          <a:spcPts val="11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77190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980" kern="1200">
          <a:solidFill>
            <a:schemeClr val="accent1"/>
          </a:solidFill>
          <a:latin typeface="+mn-lt"/>
          <a:ea typeface="+mn-ea"/>
          <a:cs typeface="+mn-cs"/>
        </a:defRPr>
      </a:lvl2pPr>
      <a:lvl3pPr marL="603504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760" kern="1200">
          <a:solidFill>
            <a:schemeClr val="accent1"/>
          </a:solidFill>
          <a:latin typeface="+mn-lt"/>
          <a:ea typeface="+mn-ea"/>
          <a:cs typeface="+mn-cs"/>
        </a:defRPr>
      </a:lvl3pPr>
      <a:lvl4pPr marL="829818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012132" indent="-150876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1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3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0000" indent="-188595" algn="l" defTabSz="754380" rtl="0" eaLnBrk="1" latinLnBrk="0" hangingPunct="1">
        <a:lnSpc>
          <a:spcPct val="90000"/>
        </a:lnSpc>
        <a:spcBef>
          <a:spcPts val="165"/>
        </a:spcBef>
        <a:spcAft>
          <a:spcPts val="330"/>
        </a:spcAft>
        <a:buClr>
          <a:schemeClr val="accent1"/>
        </a:buClr>
        <a:buSzPct val="80000"/>
        <a:buFont typeface="Corbel" pitchFamily="34" charset="0"/>
        <a:buChar char="•"/>
        <a:defRPr sz="154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1pPr>
      <a:lvl2pPr marL="37719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2pPr>
      <a:lvl3pPr marL="75438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3pPr>
      <a:lvl4pPr marL="113157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4pPr>
      <a:lvl5pPr marL="150876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6pPr>
      <a:lvl7pPr marL="226314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7pPr>
      <a:lvl8pPr marL="264033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8pPr>
      <a:lvl9pPr marL="3017520" algn="l" defTabSz="754380" rtl="0" eaLnBrk="1" latinLnBrk="0" hangingPunct="1">
        <a:defRPr sz="148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C23CF4C-6168-57F8-BDEF-8508ED6BD6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38760" y="978479"/>
            <a:ext cx="5492417" cy="580960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>
              <a:lnSpc>
                <a:spcPct val="85000"/>
              </a:lnSpc>
            </a:pPr>
            <a:r>
              <a:rPr kumimoji="0" lang="en-US" sz="6400" b="1" i="0" u="none" strike="noStrike" kern="1200" cap="all" spc="0" normalizeH="0" baseline="0">
                <a:ln w="15875">
                  <a:solidFill>
                    <a:sysClr val="window" lastClr="FFFFFF"/>
                  </a:solidFill>
                </a:ln>
                <a:solidFill>
                  <a:srgbClr val="FFFFFF"/>
                </a:solidFill>
                <a:effectLst>
                  <a:outerShdw dist="38100" dir="2700000" algn="tl" rotWithShape="0">
                    <a:srgbClr val="DF5327"/>
                  </a:outerShdw>
                </a:effectLst>
                <a:uLnTx/>
                <a:uFillTx/>
                <a:latin typeface="+mj-lt"/>
                <a:ea typeface="+mn-ea"/>
                <a:cs typeface="+mn-cs"/>
              </a:rPr>
              <a:t>The Nervous System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B3416240-EA2A-C06B-0412-C8DCAA70A9D0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891176" y="978479"/>
            <a:ext cx="2543463" cy="580315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defTabSz="914400">
              <a:spcBef>
                <a:spcPts val="1400"/>
              </a:spcBef>
              <a:buNone/>
            </a:pPr>
            <a:r>
              <a:rPr lang="en-US" sz="1900" b="1">
                <a:solidFill>
                  <a:srgbClr val="FFFFFF"/>
                </a:solidFill>
              </a:rPr>
              <a:t>Anatomy of the Spinal Cord</a:t>
            </a:r>
          </a:p>
        </p:txBody>
      </p:sp>
    </p:spTree>
    <p:extLst>
      <p:ext uri="{BB962C8B-B14F-4D97-AF65-F5344CB8AC3E}">
        <p14:creationId xmlns:p14="http://schemas.microsoft.com/office/powerpoint/2010/main" val="59618041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81640A-7F85-09D1-9737-B74BE36F80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442" y="685800"/>
            <a:ext cx="8353355" cy="646331"/>
          </a:xfrm>
        </p:spPr>
        <p:txBody>
          <a:bodyPr>
            <a:normAutofit fontScale="90000"/>
          </a:bodyPr>
          <a:lstStyle/>
          <a:p>
            <a:r>
              <a:rPr lang="en-US" dirty="0"/>
              <a:t>The Spinal Nerves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C50ACAB-C7EF-ED64-9444-6CFE9D7877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1962" y="1955403"/>
            <a:ext cx="9214485" cy="5539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dirty="0"/>
              <a:t>We have 31 spinal nerves that branch off the spinal cord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object 3">
            <a:extLst>
              <a:ext uri="{FF2B5EF4-FFF2-40B4-BE49-F238E27FC236}">
                <a16:creationId xmlns:a16="http://schemas.microsoft.com/office/drawing/2014/main" id="{36BCBA5D-80D4-7D45-0F6D-96ACB700D642}"/>
              </a:ext>
            </a:extLst>
          </p:cNvPr>
          <p:cNvPicPr/>
          <p:nvPr/>
        </p:nvPicPr>
        <p:blipFill rotWithShape="1">
          <a:blip r:embed="rId2" cstate="print"/>
          <a:srcRect r="-1206"/>
          <a:stretch/>
        </p:blipFill>
        <p:spPr>
          <a:xfrm>
            <a:off x="762876" y="2960604"/>
            <a:ext cx="3123323" cy="42882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1E1386E-5868-B5C1-D892-3BEEACE204E9}"/>
              </a:ext>
            </a:extLst>
          </p:cNvPr>
          <p:cNvSpPr txBox="1"/>
          <p:nvPr/>
        </p:nvSpPr>
        <p:spPr>
          <a:xfrm>
            <a:off x="4564316" y="3352800"/>
            <a:ext cx="5486400" cy="22724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12420" indent="-300355">
              <a:lnSpc>
                <a:spcPct val="100000"/>
              </a:lnSpc>
              <a:spcBef>
                <a:spcPts val="100"/>
              </a:spcBef>
              <a:buChar char="•"/>
              <a:tabLst>
                <a:tab pos="312420" algn="l"/>
                <a:tab pos="313055" algn="l"/>
              </a:tabLst>
            </a:pPr>
            <a:r>
              <a:rPr lang="en-US" sz="2800" dirty="0">
                <a:solidFill>
                  <a:srgbClr val="330066"/>
                </a:solidFill>
                <a:latin typeface="Arial"/>
                <a:cs typeface="Arial"/>
              </a:rPr>
              <a:t>8</a:t>
            </a:r>
            <a:r>
              <a:rPr lang="en-US" sz="2800" spc="3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330066"/>
                </a:solidFill>
                <a:latin typeface="Arial"/>
                <a:cs typeface="Arial"/>
              </a:rPr>
              <a:t>cervical</a:t>
            </a:r>
            <a:endParaRPr lang="en-US" sz="2800" dirty="0">
              <a:latin typeface="Arial"/>
              <a:cs typeface="Arial"/>
            </a:endParaRPr>
          </a:p>
          <a:p>
            <a:pPr marL="312420" indent="-300355">
              <a:lnSpc>
                <a:spcPct val="100000"/>
              </a:lnSpc>
              <a:spcBef>
                <a:spcPts val="20"/>
              </a:spcBef>
              <a:buChar char="•"/>
              <a:tabLst>
                <a:tab pos="312420" algn="l"/>
                <a:tab pos="313055" algn="l"/>
              </a:tabLst>
            </a:pPr>
            <a:r>
              <a:rPr lang="en-US" sz="2800" dirty="0">
                <a:solidFill>
                  <a:srgbClr val="330066"/>
                </a:solidFill>
                <a:latin typeface="Arial"/>
                <a:cs typeface="Arial"/>
              </a:rPr>
              <a:t>12</a:t>
            </a:r>
            <a:r>
              <a:rPr lang="en-US" sz="2800" spc="6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330066"/>
                </a:solidFill>
                <a:latin typeface="Arial"/>
                <a:cs typeface="Arial"/>
              </a:rPr>
              <a:t>thoracic</a:t>
            </a:r>
            <a:endParaRPr lang="en-US" sz="2800" dirty="0">
              <a:latin typeface="Arial"/>
              <a:cs typeface="Arial"/>
            </a:endParaRPr>
          </a:p>
          <a:p>
            <a:pPr marL="312420" indent="-300355">
              <a:lnSpc>
                <a:spcPct val="100000"/>
              </a:lnSpc>
              <a:spcBef>
                <a:spcPts val="120"/>
              </a:spcBef>
              <a:buChar char="•"/>
              <a:tabLst>
                <a:tab pos="312420" algn="l"/>
                <a:tab pos="313055" algn="l"/>
              </a:tabLst>
            </a:pPr>
            <a:r>
              <a:rPr lang="en-US" sz="2800" dirty="0">
                <a:solidFill>
                  <a:srgbClr val="330066"/>
                </a:solidFill>
                <a:latin typeface="Arial"/>
                <a:cs typeface="Arial"/>
              </a:rPr>
              <a:t>5</a:t>
            </a:r>
            <a:r>
              <a:rPr lang="en-US" sz="2800" spc="2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330066"/>
                </a:solidFill>
                <a:latin typeface="Arial"/>
                <a:cs typeface="Arial"/>
              </a:rPr>
              <a:t>lumbar</a:t>
            </a:r>
            <a:endParaRPr lang="en-US" sz="2800" dirty="0">
              <a:latin typeface="Arial"/>
              <a:cs typeface="Arial"/>
            </a:endParaRPr>
          </a:p>
          <a:p>
            <a:pPr marL="312420" indent="-300355">
              <a:lnSpc>
                <a:spcPct val="100000"/>
              </a:lnSpc>
              <a:spcBef>
                <a:spcPts val="25"/>
              </a:spcBef>
              <a:buChar char="•"/>
              <a:tabLst>
                <a:tab pos="312420" algn="l"/>
                <a:tab pos="313055" algn="l"/>
              </a:tabLst>
            </a:pPr>
            <a:r>
              <a:rPr lang="en-US" sz="2800" dirty="0">
                <a:solidFill>
                  <a:srgbClr val="330066"/>
                </a:solidFill>
                <a:latin typeface="Arial"/>
                <a:cs typeface="Arial"/>
              </a:rPr>
              <a:t>5</a:t>
            </a:r>
            <a:r>
              <a:rPr lang="en-US" sz="2800" spc="3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330066"/>
                </a:solidFill>
                <a:latin typeface="Arial"/>
                <a:cs typeface="Arial"/>
              </a:rPr>
              <a:t>sacral</a:t>
            </a:r>
            <a:endParaRPr lang="en-US" sz="2800" dirty="0">
              <a:latin typeface="Arial"/>
              <a:cs typeface="Arial"/>
            </a:endParaRPr>
          </a:p>
          <a:p>
            <a:pPr marL="312420" indent="-300355">
              <a:lnSpc>
                <a:spcPct val="100000"/>
              </a:lnSpc>
              <a:spcBef>
                <a:spcPts val="120"/>
              </a:spcBef>
              <a:buChar char="•"/>
              <a:tabLst>
                <a:tab pos="312420" algn="l"/>
                <a:tab pos="313055" algn="l"/>
              </a:tabLst>
            </a:pPr>
            <a:r>
              <a:rPr lang="en-US" sz="2800" dirty="0">
                <a:solidFill>
                  <a:srgbClr val="330066"/>
                </a:solidFill>
                <a:latin typeface="Arial"/>
                <a:cs typeface="Arial"/>
              </a:rPr>
              <a:t>1</a:t>
            </a:r>
            <a:r>
              <a:rPr lang="en-US" sz="2800" spc="3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rgbClr val="330066"/>
                </a:solidFill>
                <a:latin typeface="Arial"/>
                <a:cs typeface="Arial"/>
              </a:rPr>
              <a:t>coccygeal</a:t>
            </a:r>
            <a:endParaRPr 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340591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Spinal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Cord</a:t>
            </a:r>
            <a:r>
              <a:rPr sz="4100" b="1" spc="-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Segments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2633345" cy="2332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Cervical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B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Thoracic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6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Lumbar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Sacral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231" y="2561865"/>
            <a:ext cx="4533733" cy="357942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Spinal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Cord</a:t>
            </a:r>
            <a:r>
              <a:rPr sz="4100" b="1" spc="-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Segments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2633345" cy="2332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Cervical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B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Thoracic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6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Lumbar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Sacral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231" y="2561865"/>
            <a:ext cx="4533733" cy="357942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F49EFC-B48C-97D4-19C6-20A2FFC6E0B8}"/>
              </a:ext>
            </a:extLst>
          </p:cNvPr>
          <p:cNvCxnSpPr/>
          <p:nvPr/>
        </p:nvCxnSpPr>
        <p:spPr>
          <a:xfrm flipV="1">
            <a:off x="4038600" y="3962400"/>
            <a:ext cx="1143000" cy="9144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3AFA4B8-9B25-A1C9-4DF0-4C47E5917058}"/>
              </a:ext>
            </a:extLst>
          </p:cNvPr>
          <p:cNvCxnSpPr>
            <a:cxnSpLocks/>
          </p:cNvCxnSpPr>
          <p:nvPr/>
        </p:nvCxnSpPr>
        <p:spPr>
          <a:xfrm>
            <a:off x="4038600" y="5334000"/>
            <a:ext cx="990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EF984B-85BD-D48C-842C-9C801F4C0E0F}"/>
              </a:ext>
            </a:extLst>
          </p:cNvPr>
          <p:cNvSpPr txBox="1"/>
          <p:nvPr/>
        </p:nvSpPr>
        <p:spPr>
          <a:xfrm>
            <a:off x="1126043" y="4873338"/>
            <a:ext cx="291255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Cross sections are larger due to increased number of neural circuitry related to the limbs</a:t>
            </a:r>
          </a:p>
        </p:txBody>
      </p:sp>
    </p:spTree>
    <p:extLst>
      <p:ext uri="{BB962C8B-B14F-4D97-AF65-F5344CB8AC3E}">
        <p14:creationId xmlns:p14="http://schemas.microsoft.com/office/powerpoint/2010/main" val="38123720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Spinal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Cord</a:t>
            </a:r>
            <a:r>
              <a:rPr sz="4100" b="1" spc="-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Segments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2633345" cy="2332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Cervical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B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Thoracic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6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Lumbar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Sacral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231" y="2561865"/>
            <a:ext cx="4533733" cy="357942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F49EFC-B48C-97D4-19C6-20A2FFC6E0B8}"/>
              </a:ext>
            </a:extLst>
          </p:cNvPr>
          <p:cNvCxnSpPr>
            <a:cxnSpLocks/>
          </p:cNvCxnSpPr>
          <p:nvPr/>
        </p:nvCxnSpPr>
        <p:spPr>
          <a:xfrm flipV="1">
            <a:off x="4038600" y="3810000"/>
            <a:ext cx="3962400" cy="1066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EF984B-85BD-D48C-842C-9C801F4C0E0F}"/>
              </a:ext>
            </a:extLst>
          </p:cNvPr>
          <p:cNvSpPr txBox="1"/>
          <p:nvPr/>
        </p:nvSpPr>
        <p:spPr>
          <a:xfrm>
            <a:off x="1126043" y="4873338"/>
            <a:ext cx="2912557" cy="92333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Greater number of tracts traveling up and down, fewer connections.</a:t>
            </a:r>
          </a:p>
        </p:txBody>
      </p:sp>
    </p:spTree>
    <p:extLst>
      <p:ext uri="{BB962C8B-B14F-4D97-AF65-F5344CB8AC3E}">
        <p14:creationId xmlns:p14="http://schemas.microsoft.com/office/powerpoint/2010/main" val="21204771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Spinal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Cord</a:t>
            </a:r>
            <a:r>
              <a:rPr sz="4100" b="1" spc="-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Segments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2633345" cy="2332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Cervical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B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Thoracic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6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Lumbar</a:t>
            </a:r>
            <a:endParaRPr sz="320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Sacral</a:t>
            </a:r>
            <a:endParaRPr sz="320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231" y="2561865"/>
            <a:ext cx="4533733" cy="3579429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3AF49EFC-B48C-97D4-19C6-20A2FFC6E0B8}"/>
              </a:ext>
            </a:extLst>
          </p:cNvPr>
          <p:cNvCxnSpPr>
            <a:cxnSpLocks/>
          </p:cNvCxnSpPr>
          <p:nvPr/>
        </p:nvCxnSpPr>
        <p:spPr>
          <a:xfrm>
            <a:off x="4038600" y="4876800"/>
            <a:ext cx="3657600" cy="3048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18EF984B-85BD-D48C-842C-9C801F4C0E0F}"/>
              </a:ext>
            </a:extLst>
          </p:cNvPr>
          <p:cNvSpPr txBox="1"/>
          <p:nvPr/>
        </p:nvSpPr>
        <p:spPr>
          <a:xfrm>
            <a:off x="1126043" y="4873338"/>
            <a:ext cx="2912557" cy="64633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Fewer tracts, more connections.</a:t>
            </a:r>
          </a:p>
        </p:txBody>
      </p:sp>
    </p:spTree>
    <p:extLst>
      <p:ext uri="{BB962C8B-B14F-4D97-AF65-F5344CB8AC3E}">
        <p14:creationId xmlns:p14="http://schemas.microsoft.com/office/powerpoint/2010/main" val="1812975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Spinal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Cord</a:t>
            </a:r>
            <a:r>
              <a:rPr sz="4100" b="1" spc="-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Segments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2633345" cy="2332990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A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Cervical</a:t>
            </a:r>
            <a:endParaRPr sz="320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B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20" dirty="0">
                <a:latin typeface="Arial"/>
                <a:cs typeface="Arial"/>
              </a:rPr>
              <a:t>Thoracic</a:t>
            </a:r>
            <a:endParaRPr sz="320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6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–</a:t>
            </a:r>
            <a:r>
              <a:rPr sz="3200" spc="-45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Lumbar</a:t>
            </a:r>
            <a:endParaRPr sz="320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745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D</a:t>
            </a:r>
            <a:r>
              <a:rPr sz="3200" spc="-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-</a:t>
            </a:r>
            <a:r>
              <a:rPr sz="3200" spc="-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Sacral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6231" y="2561865"/>
            <a:ext cx="4533733" cy="3579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04000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100" b="1" dirty="0">
                <a:solidFill>
                  <a:srgbClr val="330066"/>
                </a:solidFill>
                <a:latin typeface="Arial"/>
                <a:cs typeface="Arial"/>
              </a:rPr>
              <a:t>Types of</a:t>
            </a:r>
            <a:r>
              <a:rPr sz="4100" b="1" spc="5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100" b="1" spc="-10" dirty="0">
                <a:solidFill>
                  <a:srgbClr val="330066"/>
                </a:solidFill>
                <a:latin typeface="Arial"/>
                <a:cs typeface="Arial"/>
              </a:rPr>
              <a:t>Tracts</a:t>
            </a:r>
            <a:endParaRPr sz="41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024379"/>
            <a:ext cx="7139940" cy="2496196"/>
          </a:xfrm>
          <a:prstGeom prst="rect">
            <a:avLst/>
          </a:prstGeom>
        </p:spPr>
        <p:txBody>
          <a:bodyPr vert="horz" wrap="square" lIns="0" tIns="946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45"/>
              </a:spcBef>
            </a:pPr>
            <a:r>
              <a:rPr sz="3200" b="1" spc="-10" dirty="0">
                <a:latin typeface="Arial"/>
                <a:cs typeface="Arial"/>
              </a:rPr>
              <a:t>Ascending</a:t>
            </a:r>
            <a:r>
              <a:rPr sz="3200" b="1" spc="-204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Spinal</a:t>
            </a:r>
            <a:r>
              <a:rPr sz="3200" b="1" spc="-18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Tracts</a:t>
            </a:r>
            <a:endParaRPr sz="320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spc="-10" dirty="0">
                <a:latin typeface="Arial"/>
                <a:cs typeface="Arial"/>
              </a:rPr>
              <a:t>Periphery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spinal</a:t>
            </a:r>
            <a:r>
              <a:rPr sz="3200" spc="-12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cord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14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brain</a:t>
            </a:r>
            <a:endParaRPr lang="en-US" sz="3200" spc="-1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5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endParaRPr sz="10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3200" b="1" spc="-20" dirty="0">
                <a:latin typeface="Arial"/>
                <a:cs typeface="Arial"/>
              </a:rPr>
              <a:t>Descending</a:t>
            </a:r>
            <a:r>
              <a:rPr sz="3200" b="1" spc="-170" dirty="0">
                <a:latin typeface="Arial"/>
                <a:cs typeface="Arial"/>
              </a:rPr>
              <a:t> </a:t>
            </a:r>
            <a:r>
              <a:rPr sz="3200" b="1" dirty="0">
                <a:latin typeface="Arial"/>
                <a:cs typeface="Arial"/>
              </a:rPr>
              <a:t>Spinal</a:t>
            </a:r>
            <a:r>
              <a:rPr sz="3200" b="1" spc="-140" dirty="0">
                <a:latin typeface="Arial"/>
                <a:cs typeface="Arial"/>
              </a:rPr>
              <a:t> </a:t>
            </a:r>
            <a:r>
              <a:rPr sz="3200" b="1" spc="-10" dirty="0">
                <a:latin typeface="Arial"/>
                <a:cs typeface="Arial"/>
              </a:rPr>
              <a:t>Tracts</a:t>
            </a:r>
            <a:endParaRPr sz="3200" dirty="0">
              <a:latin typeface="Arial"/>
              <a:cs typeface="Arial"/>
            </a:endParaRPr>
          </a:p>
          <a:p>
            <a:pPr marL="372745" indent="-360045">
              <a:lnSpc>
                <a:spcPct val="100000"/>
              </a:lnSpc>
              <a:spcBef>
                <a:spcPts val="670"/>
              </a:spcBef>
              <a:buClr>
                <a:srgbClr val="330066"/>
              </a:buClr>
              <a:buSzPct val="68750"/>
              <a:buFont typeface="Wingdings"/>
              <a:buChar char=""/>
              <a:tabLst>
                <a:tab pos="372110" algn="l"/>
                <a:tab pos="372745" algn="l"/>
              </a:tabLst>
            </a:pPr>
            <a:r>
              <a:rPr sz="3200" dirty="0">
                <a:latin typeface="Arial"/>
                <a:cs typeface="Arial"/>
              </a:rPr>
              <a:t>Cortex</a:t>
            </a:r>
            <a:r>
              <a:rPr sz="3200" spc="-15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to</a:t>
            </a:r>
            <a:r>
              <a:rPr sz="3200" spc="-15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periphery</a:t>
            </a:r>
            <a:r>
              <a:rPr sz="3200" spc="-145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and</a:t>
            </a:r>
            <a:r>
              <a:rPr sz="3200" spc="-150" dirty="0">
                <a:latin typeface="Arial"/>
                <a:cs typeface="Arial"/>
              </a:rPr>
              <a:t> </a:t>
            </a:r>
            <a:r>
              <a:rPr sz="3200" dirty="0">
                <a:latin typeface="Arial"/>
                <a:cs typeface="Arial"/>
              </a:rPr>
              <a:t>exterior</a:t>
            </a:r>
            <a:r>
              <a:rPr sz="3200" spc="-130" dirty="0">
                <a:latin typeface="Arial"/>
                <a:cs typeface="Arial"/>
              </a:rPr>
              <a:t> </a:t>
            </a:r>
            <a:r>
              <a:rPr sz="3200" spc="-10" dirty="0">
                <a:latin typeface="Arial"/>
                <a:cs typeface="Arial"/>
              </a:rPr>
              <a:t>levels</a:t>
            </a:r>
            <a:endParaRPr sz="3200" dirty="0">
              <a:latin typeface="Arial"/>
              <a:cs typeface="Arial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63848A75-A770-DC34-8550-89482B2EBF84}"/>
              </a:ext>
            </a:extLst>
          </p:cNvPr>
          <p:cNvCxnSpPr/>
          <p:nvPr/>
        </p:nvCxnSpPr>
        <p:spPr>
          <a:xfrm flipV="1">
            <a:off x="685800" y="2085570"/>
            <a:ext cx="0" cy="566421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7B2FC8C-61F9-4FF8-8D57-FE8743B3C5FF}"/>
              </a:ext>
            </a:extLst>
          </p:cNvPr>
          <p:cNvCxnSpPr>
            <a:cxnSpLocks/>
          </p:cNvCxnSpPr>
          <p:nvPr/>
        </p:nvCxnSpPr>
        <p:spPr>
          <a:xfrm>
            <a:off x="685800" y="3505200"/>
            <a:ext cx="0" cy="533400"/>
          </a:xfrm>
          <a:prstGeom prst="straightConnector1">
            <a:avLst/>
          </a:prstGeom>
          <a:ln w="57150">
            <a:solidFill>
              <a:schemeClr val="tx1">
                <a:lumMod val="85000"/>
                <a:lumOff val="1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56555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97A667F1-22F1-BECF-0B5C-E296D85BDB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"/>
            <a:ext cx="9062334" cy="599267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D036D0D5-3AA0-47FD-A83C-7A06CA2EEE1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BD28B09-C850-4EA4-8888-67416520F3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0058400" cy="7772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D937650-FAF9-5EB7-6A1C-F09AA58341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119" y="873668"/>
            <a:ext cx="9141969" cy="603369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8DE9D5BA-83AA-4459-83D3-20EC090C2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0690" y="276352"/>
            <a:ext cx="9672828" cy="7228330"/>
          </a:xfrm>
          <a:prstGeom prst="rect">
            <a:avLst/>
          </a:prstGeom>
          <a:noFill/>
          <a:ln w="12700">
            <a:solidFill>
              <a:srgbClr val="0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2975" y="543336"/>
            <a:ext cx="8147304" cy="1832296"/>
          </a:xfrm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rgbClr val="330066"/>
                </a:solidFill>
                <a:latin typeface="Arial"/>
                <a:cs typeface="Arial"/>
              </a:rPr>
              <a:t>Ascending</a:t>
            </a:r>
            <a:r>
              <a:rPr sz="40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sz="4000" b="1" spc="-10" dirty="0">
                <a:solidFill>
                  <a:srgbClr val="330066"/>
                </a:solidFill>
                <a:latin typeface="Arial"/>
                <a:cs typeface="Arial"/>
              </a:rPr>
              <a:t>Tracts</a:t>
            </a:r>
            <a:r>
              <a:rPr lang="en-US" sz="4000" b="1" spc="-10" dirty="0">
                <a:solidFill>
                  <a:srgbClr val="330066"/>
                </a:solidFill>
                <a:latin typeface="Arial"/>
                <a:cs typeface="Arial"/>
              </a:rPr>
              <a:t>: </a:t>
            </a:r>
            <a:r>
              <a:rPr lang="en-US" sz="4000" b="1" dirty="0">
                <a:solidFill>
                  <a:srgbClr val="330066"/>
                </a:solidFill>
                <a:latin typeface="Arial"/>
                <a:cs typeface="Arial"/>
              </a:rPr>
              <a:t>Dorsal Column/ Medial Lemniscus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1972" y="2834630"/>
            <a:ext cx="8449310" cy="1051570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0"/>
              </a:spcBef>
              <a:buClr>
                <a:srgbClr val="330066"/>
              </a:buClr>
              <a:buSzPct val="68750"/>
              <a:tabLst>
                <a:tab pos="372110" algn="l"/>
                <a:tab pos="372745" algn="l"/>
              </a:tabLst>
            </a:pPr>
            <a:r>
              <a:rPr lang="en-US" sz="3200" spc="-10" dirty="0">
                <a:latin typeface="Arial"/>
                <a:cs typeface="Arial"/>
              </a:rPr>
              <a:t>Carries information for fine touch, vibration and proprioception</a:t>
            </a:r>
            <a:endParaRPr sz="320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3FA30E-B562-8A67-1570-50F39671A2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219956"/>
            <a:ext cx="4797488" cy="3166342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9DFCFF52-70F3-F00B-F139-E06683F48E06}"/>
              </a:ext>
            </a:extLst>
          </p:cNvPr>
          <p:cNvCxnSpPr>
            <a:cxnSpLocks/>
          </p:cNvCxnSpPr>
          <p:nvPr/>
        </p:nvCxnSpPr>
        <p:spPr>
          <a:xfrm>
            <a:off x="4648200" y="5181600"/>
            <a:ext cx="381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5548" y="76200"/>
            <a:ext cx="8147304" cy="1955407"/>
          </a:xfrm>
          <a:prstGeom prst="rect">
            <a:avLst/>
          </a:prstGeom>
        </p:spPr>
        <p:txBody>
          <a:bodyPr vert="horz" wrap="square" lIns="0" tIns="595376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Ascending</a:t>
            </a:r>
            <a:r>
              <a:rPr lang="en-US" sz="44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4400" b="1" spc="-10" dirty="0">
                <a:solidFill>
                  <a:srgbClr val="330066"/>
                </a:solidFill>
                <a:latin typeface="Arial"/>
                <a:cs typeface="Arial"/>
              </a:rPr>
              <a:t>Tracts: </a:t>
            </a:r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Dorsal Column/ Medial Lemniscus</a:t>
            </a:r>
            <a:endParaRPr sz="41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28600" y="2140807"/>
            <a:ext cx="8449310" cy="1356782"/>
          </a:xfrm>
          <a:prstGeom prst="rect">
            <a:avLst/>
          </a:prstGeom>
        </p:spPr>
        <p:txBody>
          <a:bodyPr vert="horz" wrap="square" lIns="0" tIns="66040" rIns="0" bIns="0" rtlCol="0">
            <a:spAutoFit/>
          </a:bodyPr>
          <a:lstStyle/>
          <a:p>
            <a:pPr marL="739140" lvl="1" indent="-365760">
              <a:lnSpc>
                <a:spcPct val="100000"/>
              </a:lnSpc>
              <a:spcBef>
                <a:spcPts val="355"/>
              </a:spcBef>
              <a:buClr>
                <a:srgbClr val="669999"/>
              </a:buClr>
              <a:buSzPct val="70370"/>
              <a:buFont typeface="Wingdings"/>
              <a:buChar char=""/>
              <a:tabLst>
                <a:tab pos="739140" algn="l"/>
                <a:tab pos="739775" algn="l"/>
              </a:tabLst>
            </a:pPr>
            <a:r>
              <a:rPr lang="en-US" sz="2700" dirty="0">
                <a:latin typeface="Arial"/>
                <a:cs typeface="Arial"/>
              </a:rPr>
              <a:t>Fasciculus</a:t>
            </a:r>
            <a:r>
              <a:rPr lang="en-US" sz="2700" spc="125" dirty="0">
                <a:latin typeface="Arial"/>
                <a:cs typeface="Arial"/>
              </a:rPr>
              <a:t> </a:t>
            </a:r>
            <a:r>
              <a:rPr lang="en-US" sz="2700" spc="-10" dirty="0" err="1">
                <a:latin typeface="Arial"/>
                <a:cs typeface="Arial"/>
              </a:rPr>
              <a:t>gracilis</a:t>
            </a:r>
            <a:r>
              <a:rPr lang="en-US" sz="2700" spc="-10" dirty="0">
                <a:latin typeface="Arial"/>
                <a:cs typeface="Arial"/>
              </a:rPr>
              <a:t> : </a:t>
            </a:r>
            <a:r>
              <a:rPr lang="en-US" sz="2400" dirty="0">
                <a:latin typeface="Arial"/>
                <a:cs typeface="Arial"/>
              </a:rPr>
              <a:t>Lower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limb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sensations</a:t>
            </a:r>
            <a:endParaRPr lang="en-US" sz="2400" dirty="0">
              <a:latin typeface="Arial"/>
              <a:cs typeface="Arial"/>
            </a:endParaRPr>
          </a:p>
          <a:p>
            <a:pPr marL="739140" lvl="1" indent="-365760">
              <a:lnSpc>
                <a:spcPct val="100000"/>
              </a:lnSpc>
              <a:spcBef>
                <a:spcPts val="300"/>
              </a:spcBef>
              <a:buClr>
                <a:srgbClr val="669999"/>
              </a:buClr>
              <a:buSzPct val="70370"/>
              <a:buFont typeface="Wingdings"/>
              <a:buChar char=""/>
              <a:tabLst>
                <a:tab pos="739140" algn="l"/>
                <a:tab pos="739775" algn="l"/>
              </a:tabLst>
            </a:pPr>
            <a:r>
              <a:rPr lang="en-US" sz="2700" dirty="0">
                <a:latin typeface="Arial"/>
                <a:cs typeface="Arial"/>
              </a:rPr>
              <a:t>Fasciculus</a:t>
            </a:r>
            <a:r>
              <a:rPr lang="en-US" sz="2700" spc="125" dirty="0">
                <a:latin typeface="Arial"/>
                <a:cs typeface="Arial"/>
              </a:rPr>
              <a:t> </a:t>
            </a:r>
            <a:r>
              <a:rPr lang="en-US" sz="2700" spc="-10" dirty="0">
                <a:latin typeface="Arial"/>
                <a:cs typeface="Arial"/>
              </a:rPr>
              <a:t>cuneatus: </a:t>
            </a:r>
            <a:r>
              <a:rPr lang="en-US" sz="2400" dirty="0">
                <a:latin typeface="Arial"/>
                <a:cs typeface="Arial"/>
              </a:rPr>
              <a:t>Upper</a:t>
            </a:r>
            <a:r>
              <a:rPr lang="en-US" sz="2400" spc="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limb,</a:t>
            </a:r>
            <a:r>
              <a:rPr lang="en-US" sz="2400" spc="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trunk,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neck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sensations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(only</a:t>
            </a:r>
            <a:r>
              <a:rPr lang="en-US" sz="2400" spc="2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T6</a:t>
            </a:r>
            <a:r>
              <a:rPr lang="en-US" sz="2400" spc="10" dirty="0">
                <a:latin typeface="Arial"/>
                <a:cs typeface="Arial"/>
              </a:rPr>
              <a:t> </a:t>
            </a:r>
            <a:r>
              <a:rPr lang="en-US" sz="2400" dirty="0">
                <a:latin typeface="Arial"/>
                <a:cs typeface="Arial"/>
              </a:rPr>
              <a:t>an</a:t>
            </a:r>
            <a:r>
              <a:rPr lang="en-US" sz="2400" spc="15" dirty="0">
                <a:latin typeface="Arial"/>
                <a:cs typeface="Arial"/>
              </a:rPr>
              <a:t> </a:t>
            </a:r>
            <a:r>
              <a:rPr lang="en-US" sz="2400" spc="-25" dirty="0">
                <a:latin typeface="Arial"/>
                <a:cs typeface="Arial"/>
              </a:rPr>
              <a:t>up)</a:t>
            </a:r>
            <a:endParaRPr lang="en-US" sz="3200" spc="-10" dirty="0">
              <a:latin typeface="Arial"/>
              <a:cs typeface="Arial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2DF7146-02C7-8373-7717-234900BC42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67200" y="4014027"/>
            <a:ext cx="5382025" cy="3453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22778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CC86EA-7993-090B-44C0-97141912C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957" y="2286000"/>
            <a:ext cx="8992486" cy="2428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6648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9A8B-17DB-DC68-2A49-F5CA643E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Ascending</a:t>
            </a:r>
            <a:r>
              <a:rPr lang="en-US" sz="44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4400" b="1" spc="-10" dirty="0">
                <a:solidFill>
                  <a:srgbClr val="330066"/>
                </a:solidFill>
                <a:latin typeface="Arial"/>
                <a:cs typeface="Arial"/>
              </a:rPr>
              <a:t>Tracts: Spinocerebellar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D7CD-7655-1912-BEB2-BDEE7E26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12065" marR="132080" indent="0">
              <a:lnSpc>
                <a:spcPct val="99100"/>
              </a:lnSpc>
              <a:spcBef>
                <a:spcPts val="135"/>
              </a:spcBef>
              <a:buNone/>
              <a:tabLst>
                <a:tab pos="372110" algn="l"/>
                <a:tab pos="372745" algn="l"/>
              </a:tabLst>
            </a:pPr>
            <a:r>
              <a:rPr lang="en-US" sz="3400" spc="-25" dirty="0">
                <a:solidFill>
                  <a:schemeClr val="tx1"/>
                </a:solidFill>
                <a:latin typeface="Calibri"/>
                <a:cs typeface="Calibri"/>
              </a:rPr>
              <a:t>Conveys</a:t>
            </a:r>
            <a:r>
              <a:rPr lang="en-US" sz="3400" spc="-1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spc="-10" dirty="0">
                <a:solidFill>
                  <a:schemeClr val="tx1"/>
                </a:solidFill>
                <a:latin typeface="Calibri"/>
                <a:cs typeface="Calibri"/>
              </a:rPr>
              <a:t>unconscious </a:t>
            </a:r>
            <a:r>
              <a:rPr lang="en-US" sz="3400" spc="-20" dirty="0">
                <a:solidFill>
                  <a:schemeClr val="tx1"/>
                </a:solidFill>
                <a:latin typeface="Calibri"/>
                <a:cs typeface="Calibri"/>
              </a:rPr>
              <a:t>proprioceptive</a:t>
            </a:r>
            <a:r>
              <a:rPr lang="en-US" sz="3400" spc="-10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spc="-20" dirty="0">
                <a:solidFill>
                  <a:schemeClr val="tx1"/>
                </a:solidFill>
                <a:latin typeface="Calibri"/>
                <a:cs typeface="Calibri"/>
              </a:rPr>
              <a:t>information</a:t>
            </a:r>
            <a:r>
              <a:rPr lang="en-US" sz="3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z="3400" spc="-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3400" spc="-9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dirty="0">
                <a:solidFill>
                  <a:schemeClr val="tx1"/>
                </a:solidFill>
                <a:latin typeface="Calibri"/>
                <a:cs typeface="Calibri"/>
              </a:rPr>
              <a:t>body</a:t>
            </a:r>
            <a:r>
              <a:rPr lang="en-US" sz="3400" spc="-8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spc="-25" dirty="0">
                <a:solidFill>
                  <a:schemeClr val="tx1"/>
                </a:solidFill>
                <a:latin typeface="Calibri"/>
                <a:cs typeface="Calibri"/>
              </a:rPr>
              <a:t>to </a:t>
            </a:r>
            <a:r>
              <a:rPr lang="en-US" sz="34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3400" spc="-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400" spc="-10" dirty="0">
                <a:solidFill>
                  <a:schemeClr val="tx1"/>
                </a:solidFill>
                <a:latin typeface="Calibri"/>
                <a:cs typeface="Calibri"/>
              </a:rPr>
              <a:t>cerebellum.</a:t>
            </a:r>
            <a:endParaRPr lang="en-US" sz="3400" dirty="0">
              <a:solidFill>
                <a:schemeClr val="tx1"/>
              </a:solidFill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0EC3C-60D9-02B0-39D8-AF08E49F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4219956"/>
            <a:ext cx="4797488" cy="31663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852BCC-57E1-5EE3-CF46-861BB5E3C034}"/>
              </a:ext>
            </a:extLst>
          </p:cNvPr>
          <p:cNvCxnSpPr>
            <a:cxnSpLocks/>
          </p:cNvCxnSpPr>
          <p:nvPr/>
        </p:nvCxnSpPr>
        <p:spPr>
          <a:xfrm>
            <a:off x="5029200" y="5715000"/>
            <a:ext cx="381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660543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9A8B-17DB-DC68-2A49-F5CA643E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Ascending</a:t>
            </a:r>
            <a:r>
              <a:rPr lang="en-US" sz="44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4400" b="1" spc="-10" dirty="0">
                <a:solidFill>
                  <a:srgbClr val="330066"/>
                </a:solidFill>
                <a:latin typeface="Arial"/>
                <a:cs typeface="Arial"/>
              </a:rPr>
              <a:t>Tracts: </a:t>
            </a:r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Spinocerebellar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D7CD-7655-1912-BEB2-BDEE7E26AE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49325" marR="366395" lvl="1" indent="-457200">
              <a:lnSpc>
                <a:spcPct val="103400"/>
              </a:lnSpc>
              <a:spcBef>
                <a:spcPts val="600"/>
              </a:spcBef>
              <a:tabLst>
                <a:tab pos="793115" algn="l"/>
              </a:tabLst>
            </a:pP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Dorsal</a:t>
            </a:r>
            <a:r>
              <a:rPr lang="en-US" sz="29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(posterior):</a:t>
            </a:r>
            <a:r>
              <a:rPr lang="en-US" sz="2900" spc="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fine</a:t>
            </a:r>
            <a:r>
              <a:rPr lang="en-US" sz="2900" spc="6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coordination</a:t>
            </a:r>
            <a:r>
              <a:rPr lang="en-US" sz="2900" spc="7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900" spc="6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spc="-10" dirty="0">
                <a:solidFill>
                  <a:schemeClr val="tx1"/>
                </a:solidFill>
                <a:latin typeface="Calibri"/>
                <a:cs typeface="Calibri"/>
              </a:rPr>
              <a:t>posture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900" spc="9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movement</a:t>
            </a:r>
            <a:r>
              <a:rPr lang="en-US" sz="2900" spc="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900" spc="8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individual</a:t>
            </a:r>
            <a:r>
              <a:rPr lang="en-US" sz="2900" spc="7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spc="-10" dirty="0">
                <a:solidFill>
                  <a:schemeClr val="tx1"/>
                </a:solidFill>
                <a:latin typeface="Calibri"/>
                <a:cs typeface="Calibri"/>
              </a:rPr>
              <a:t>muscles</a:t>
            </a:r>
            <a:endParaRPr lang="en-US" sz="29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949325" lvl="1" indent="-457200">
              <a:lnSpc>
                <a:spcPct val="100000"/>
              </a:lnSpc>
              <a:tabLst>
                <a:tab pos="793115" algn="l"/>
              </a:tabLst>
            </a:pP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Ventral</a:t>
            </a:r>
            <a:r>
              <a:rPr lang="en-US" sz="2900" spc="1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(anterior):</a:t>
            </a:r>
            <a:r>
              <a:rPr lang="en-US" sz="2900" spc="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impulses</a:t>
            </a:r>
            <a:r>
              <a:rPr lang="en-US" sz="2900" spc="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from</a:t>
            </a:r>
            <a:r>
              <a:rPr lang="en-US" sz="2900" spc="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dirty="0">
                <a:solidFill>
                  <a:schemeClr val="tx1"/>
                </a:solidFill>
                <a:latin typeface="Calibri"/>
                <a:cs typeface="Calibri"/>
              </a:rPr>
              <a:t>lower</a:t>
            </a:r>
            <a:r>
              <a:rPr lang="en-US" sz="2900" spc="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900" spc="-10" dirty="0">
                <a:solidFill>
                  <a:schemeClr val="tx1"/>
                </a:solidFill>
                <a:latin typeface="Calibri"/>
                <a:cs typeface="Calibri"/>
              </a:rPr>
              <a:t>extremity</a:t>
            </a:r>
            <a:endParaRPr lang="en-US" sz="2900" dirty="0">
              <a:solidFill>
                <a:schemeClr val="tx1"/>
              </a:solidFill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35"/>
              </a:spcBef>
              <a:buFont typeface="Arial"/>
              <a:buChar char="–"/>
            </a:pPr>
            <a:endParaRPr lang="en-US" sz="41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CA905E5-C248-72D5-DFDD-49389B938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0600" y="4343400"/>
            <a:ext cx="4797488" cy="3166342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A3CB83F9-FA7C-0699-7F7C-7EF8C56FDA1C}"/>
              </a:ext>
            </a:extLst>
          </p:cNvPr>
          <p:cNvCxnSpPr>
            <a:cxnSpLocks/>
          </p:cNvCxnSpPr>
          <p:nvPr/>
        </p:nvCxnSpPr>
        <p:spPr>
          <a:xfrm>
            <a:off x="5181600" y="5867400"/>
            <a:ext cx="381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05243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C9A8B-17DB-DC68-2A49-F5CA643E5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Ascending</a:t>
            </a:r>
            <a:r>
              <a:rPr lang="en-US" sz="4400" b="1" spc="-20" dirty="0">
                <a:solidFill>
                  <a:srgbClr val="330066"/>
                </a:solidFill>
                <a:latin typeface="Arial"/>
                <a:cs typeface="Arial"/>
              </a:rPr>
              <a:t> </a:t>
            </a:r>
            <a:r>
              <a:rPr lang="en-US" sz="4400" b="1" spc="-10" dirty="0">
                <a:solidFill>
                  <a:srgbClr val="330066"/>
                </a:solidFill>
                <a:latin typeface="Arial"/>
                <a:cs typeface="Arial"/>
              </a:rPr>
              <a:t>Tracts: </a:t>
            </a:r>
            <a:r>
              <a:rPr lang="en-US" sz="4400" b="1" dirty="0">
                <a:solidFill>
                  <a:srgbClr val="330066"/>
                </a:solidFill>
                <a:latin typeface="Arial"/>
                <a:cs typeface="Arial"/>
              </a:rPr>
              <a:t>Spinothalamic (Anterolateral System)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3D7CD-7655-1912-BEB2-BDEE7E26AE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8600" y="2228088"/>
            <a:ext cx="5181599" cy="4680712"/>
          </a:xfrm>
        </p:spPr>
        <p:txBody>
          <a:bodyPr>
            <a:normAutofit/>
          </a:bodyPr>
          <a:lstStyle/>
          <a:p>
            <a:pPr marL="372110" indent="-37211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72110" algn="l"/>
                <a:tab pos="372745" algn="l"/>
              </a:tabLst>
            </a:pPr>
            <a:r>
              <a:rPr lang="en-US" sz="3200" spc="-25" dirty="0">
                <a:solidFill>
                  <a:schemeClr val="tx1"/>
                </a:solidFill>
                <a:latin typeface="Calibri"/>
                <a:cs typeface="Calibri"/>
              </a:rPr>
              <a:t>Lateral</a:t>
            </a:r>
            <a:r>
              <a:rPr lang="en-US" sz="3200" spc="-1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chemeClr val="tx1"/>
                </a:solidFill>
                <a:latin typeface="Calibri"/>
                <a:cs typeface="Calibri"/>
              </a:rPr>
              <a:t>Spinothalamic: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Pain</a:t>
            </a:r>
            <a:r>
              <a:rPr lang="en-US" sz="27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and</a:t>
            </a:r>
            <a:r>
              <a:rPr lang="en-US" sz="27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spc="-10" dirty="0">
                <a:solidFill>
                  <a:schemeClr val="tx1"/>
                </a:solidFill>
                <a:latin typeface="Calibri"/>
                <a:cs typeface="Calibri"/>
              </a:rPr>
              <a:t>temperature</a:t>
            </a:r>
            <a:endParaRPr lang="en-US" sz="27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92480" marR="5080" lvl="1" indent="-300355">
              <a:lnSpc>
                <a:spcPts val="2620"/>
              </a:lnSpc>
              <a:spcBef>
                <a:spcPts val="655"/>
              </a:spcBef>
              <a:buFont typeface="Arial"/>
              <a:buChar char="–"/>
              <a:tabLst>
                <a:tab pos="793115" algn="l"/>
              </a:tabLst>
            </a:pP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Injury</a:t>
            </a:r>
            <a:r>
              <a:rPr lang="en-US" sz="2700" spc="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affects</a:t>
            </a:r>
            <a:r>
              <a:rPr lang="en-US" sz="2700" spc="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700" spc="3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opposite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side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of</a:t>
            </a:r>
            <a:r>
              <a:rPr lang="en-US" sz="2700" spc="3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the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body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one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spc="-10" dirty="0">
                <a:solidFill>
                  <a:schemeClr val="tx1"/>
                </a:solidFill>
                <a:latin typeface="Calibri"/>
                <a:cs typeface="Calibri"/>
              </a:rPr>
              <a:t>spinal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cord</a:t>
            </a:r>
            <a:r>
              <a:rPr lang="en-US" sz="27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segment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below</a:t>
            </a:r>
            <a:r>
              <a:rPr lang="en-US" sz="2700" spc="5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spc="-10" dirty="0">
                <a:solidFill>
                  <a:schemeClr val="tx1"/>
                </a:solidFill>
                <a:latin typeface="Calibri"/>
                <a:cs typeface="Calibri"/>
              </a:rPr>
              <a:t>lesion</a:t>
            </a:r>
            <a:endParaRPr lang="en-US" sz="27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1212850" lvl="2" indent="-240029">
              <a:lnSpc>
                <a:spcPts val="2720"/>
              </a:lnSpc>
              <a:spcBef>
                <a:spcPts val="75"/>
              </a:spcBef>
              <a:buFont typeface="Arial"/>
              <a:buChar char="•"/>
              <a:tabLst>
                <a:tab pos="1212215" algn="l"/>
                <a:tab pos="1212850" algn="l"/>
              </a:tabLst>
            </a:pPr>
            <a:r>
              <a:rPr lang="en-US" sz="2300" spc="-10" dirty="0">
                <a:solidFill>
                  <a:schemeClr val="tx1"/>
                </a:solidFill>
                <a:latin typeface="Calibri"/>
                <a:cs typeface="Calibri"/>
              </a:rPr>
              <a:t>Contralateral</a:t>
            </a:r>
            <a:endParaRPr lang="en-US" sz="23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2745" indent="-360045">
              <a:lnSpc>
                <a:spcPts val="3800"/>
              </a:lnSpc>
              <a:buFont typeface="Arial"/>
              <a:buChar char="•"/>
              <a:tabLst>
                <a:tab pos="372110" algn="l"/>
                <a:tab pos="372745" algn="l"/>
              </a:tabLst>
            </a:pPr>
            <a:r>
              <a:rPr lang="en-US" sz="3200" spc="-20" dirty="0">
                <a:solidFill>
                  <a:schemeClr val="tx1"/>
                </a:solidFill>
                <a:latin typeface="Calibri"/>
                <a:cs typeface="Calibri"/>
              </a:rPr>
              <a:t>Anterior</a:t>
            </a:r>
            <a:r>
              <a:rPr lang="en-US" sz="3200" spc="-114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3200" spc="-10" dirty="0">
                <a:solidFill>
                  <a:schemeClr val="tx1"/>
                </a:solidFill>
                <a:latin typeface="Calibri"/>
                <a:cs typeface="Calibri"/>
              </a:rPr>
              <a:t>Spinothalamic: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Light</a:t>
            </a:r>
            <a:r>
              <a:rPr lang="en-US" sz="2700" spc="2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spc="-20" dirty="0">
                <a:solidFill>
                  <a:schemeClr val="tx1"/>
                </a:solidFill>
                <a:latin typeface="Calibri"/>
                <a:cs typeface="Calibri"/>
              </a:rPr>
              <a:t>Touch</a:t>
            </a:r>
            <a:endParaRPr lang="en-US" sz="270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792480" lvl="1" indent="-300355">
              <a:lnSpc>
                <a:spcPct val="100000"/>
              </a:lnSpc>
              <a:spcBef>
                <a:spcPts val="70"/>
              </a:spcBef>
              <a:buFont typeface="Arial"/>
              <a:buChar char="–"/>
              <a:tabLst>
                <a:tab pos="793115" algn="l"/>
              </a:tabLst>
            </a:pP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Injury</a:t>
            </a:r>
            <a:r>
              <a:rPr lang="en-US" sz="2700" spc="40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produces</a:t>
            </a:r>
            <a:r>
              <a:rPr lang="en-US" sz="2700" spc="4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dirty="0">
                <a:solidFill>
                  <a:schemeClr val="tx1"/>
                </a:solidFill>
                <a:latin typeface="Calibri"/>
                <a:cs typeface="Calibri"/>
              </a:rPr>
              <a:t>little</a:t>
            </a:r>
            <a:r>
              <a:rPr lang="en-US" sz="2700" spc="55" dirty="0">
                <a:solidFill>
                  <a:schemeClr val="tx1"/>
                </a:solidFill>
                <a:latin typeface="Calibri"/>
                <a:cs typeface="Calibri"/>
              </a:rPr>
              <a:t> </a:t>
            </a:r>
            <a:r>
              <a:rPr lang="en-US" sz="2700" spc="-10" dirty="0">
                <a:solidFill>
                  <a:schemeClr val="tx1"/>
                </a:solidFill>
                <a:latin typeface="Calibri"/>
                <a:cs typeface="Calibri"/>
              </a:rPr>
              <a:t>disturbance</a:t>
            </a:r>
            <a:endParaRPr lang="en-US" sz="2700" dirty="0">
              <a:solidFill>
                <a:schemeClr val="tx1"/>
              </a:solidFill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3250" dirty="0">
              <a:solidFill>
                <a:schemeClr val="tx1"/>
              </a:solidFill>
              <a:latin typeface="Calibri"/>
              <a:cs typeface="Calibri"/>
            </a:endParaRPr>
          </a:p>
          <a:p>
            <a:pPr marL="37719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110EC3C-60D9-02B0-39D8-AF08E49F18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6627" y="4267200"/>
            <a:ext cx="4797488" cy="3166342"/>
          </a:xfrm>
          <a:prstGeom prst="rect">
            <a:avLst/>
          </a:prstGeom>
        </p:spPr>
      </p:pic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0DF9986-B2E5-08E1-8762-B27F92CDB5FA}"/>
              </a:ext>
            </a:extLst>
          </p:cNvPr>
          <p:cNvCxnSpPr>
            <a:cxnSpLocks/>
          </p:cNvCxnSpPr>
          <p:nvPr/>
        </p:nvCxnSpPr>
        <p:spPr>
          <a:xfrm>
            <a:off x="5219699" y="6629400"/>
            <a:ext cx="381000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158907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B43E8F-5DDC-8139-0512-E49236AE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715" y="457200"/>
            <a:ext cx="9298969" cy="638407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5EBB18C-93AE-16AA-05F6-36AD9510F970}"/>
              </a:ext>
            </a:extLst>
          </p:cNvPr>
          <p:cNvSpPr txBox="1"/>
          <p:nvPr/>
        </p:nvSpPr>
        <p:spPr>
          <a:xfrm>
            <a:off x="609600" y="2971800"/>
            <a:ext cx="228600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Pontine Reticulospinal= Medial reticulospinal tract</a:t>
            </a:r>
          </a:p>
          <a:p>
            <a:r>
              <a:rPr lang="en-US" dirty="0"/>
              <a:t>Medullary Reticulospinal= Lateral reticulospinal tract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63571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5B43E8F-5DDC-8139-0512-E49236AEC7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5960" y="4191000"/>
            <a:ext cx="4780324" cy="3281862"/>
          </a:xfrm>
          <a:prstGeom prst="rect">
            <a:avLst/>
          </a:prstGeom>
        </p:spPr>
      </p:pic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4360B70C-426B-9E2C-B168-27CDDB123CC3}"/>
              </a:ext>
            </a:extLst>
          </p:cNvPr>
          <p:cNvCxnSpPr>
            <a:cxnSpLocks/>
          </p:cNvCxnSpPr>
          <p:nvPr/>
        </p:nvCxnSpPr>
        <p:spPr>
          <a:xfrm flipH="1">
            <a:off x="9183385" y="5257800"/>
            <a:ext cx="342899" cy="0"/>
          </a:xfrm>
          <a:prstGeom prst="straightConnector1">
            <a:avLst/>
          </a:prstGeom>
          <a:ln w="5715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227A2FC-3963-E563-5786-BDCB0C24F370}"/>
              </a:ext>
            </a:extLst>
          </p:cNvPr>
          <p:cNvSpPr txBox="1"/>
          <p:nvPr/>
        </p:nvSpPr>
        <p:spPr>
          <a:xfrm>
            <a:off x="609600" y="609600"/>
            <a:ext cx="5029200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72110" algn="l"/>
                <a:tab pos="372745" algn="l"/>
              </a:tabLst>
            </a:pPr>
            <a:r>
              <a:rPr lang="en-US" sz="3400" spc="-10" dirty="0">
                <a:latin typeface="Calibri"/>
                <a:cs typeface="Calibri"/>
              </a:rPr>
              <a:t>Corticospinal</a:t>
            </a:r>
            <a:r>
              <a:rPr lang="en-US" sz="3400" spc="-145" dirty="0">
                <a:latin typeface="Calibri"/>
                <a:cs typeface="Calibri"/>
              </a:rPr>
              <a:t> </a:t>
            </a:r>
            <a:r>
              <a:rPr lang="en-US" sz="3400" spc="-10" dirty="0">
                <a:latin typeface="Calibri"/>
                <a:cs typeface="Calibri"/>
              </a:rPr>
              <a:t>Tracts</a:t>
            </a:r>
          </a:p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72110" algn="l"/>
                <a:tab pos="372745" algn="l"/>
              </a:tabLst>
            </a:pPr>
            <a:endParaRPr lang="en-US" sz="3400" spc="-1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  <a:tabLst>
                <a:tab pos="372110" algn="l"/>
                <a:tab pos="372745" algn="l"/>
              </a:tabLst>
            </a:pPr>
            <a:endParaRPr lang="en-US" sz="3400" dirty="0">
              <a:latin typeface="Calibri"/>
              <a:cs typeface="Calibri"/>
            </a:endParaRPr>
          </a:p>
          <a:p>
            <a:pPr marL="792480" lvl="1" indent="-300355">
              <a:lnSpc>
                <a:spcPct val="100000"/>
              </a:lnSpc>
              <a:spcBef>
                <a:spcPts val="730"/>
              </a:spcBef>
              <a:buFont typeface="Arial"/>
              <a:buChar char="–"/>
              <a:tabLst>
                <a:tab pos="79311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792480" lvl="1" indent="-300355">
              <a:lnSpc>
                <a:spcPct val="100000"/>
              </a:lnSpc>
              <a:spcBef>
                <a:spcPts val="730"/>
              </a:spcBef>
              <a:buFont typeface="Arial"/>
              <a:buChar char="–"/>
              <a:tabLst>
                <a:tab pos="79311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492125" lvl="1">
              <a:lnSpc>
                <a:spcPct val="100000"/>
              </a:lnSpc>
              <a:spcBef>
                <a:spcPts val="600"/>
              </a:spcBef>
              <a:tabLst>
                <a:tab pos="79311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492125" lvl="1">
              <a:lnSpc>
                <a:spcPct val="100000"/>
              </a:lnSpc>
              <a:spcBef>
                <a:spcPts val="600"/>
              </a:spcBef>
              <a:tabLst>
                <a:tab pos="793115" algn="l"/>
              </a:tabLst>
            </a:pPr>
            <a:endParaRPr lang="en-US" sz="2500" dirty="0">
              <a:latin typeface="Calibri"/>
              <a:cs typeface="Calibri"/>
            </a:endParaRPr>
          </a:p>
          <a:p>
            <a:pPr marL="492125" lvl="1">
              <a:spcBef>
                <a:spcPts val="600"/>
              </a:spcBef>
              <a:tabLst>
                <a:tab pos="793115" algn="l"/>
              </a:tabLst>
            </a:pPr>
            <a:r>
              <a:rPr lang="en-US" sz="2800" spc="-50" dirty="0">
                <a:latin typeface="Calibri"/>
                <a:cs typeface="Calibri"/>
              </a:rPr>
              <a:t>Voluntary,</a:t>
            </a:r>
            <a:r>
              <a:rPr lang="en-US" sz="2800" spc="-120" dirty="0">
                <a:latin typeface="Calibri"/>
                <a:cs typeface="Calibri"/>
              </a:rPr>
              <a:t> </a:t>
            </a:r>
            <a:r>
              <a:rPr lang="en-US" sz="2800" dirty="0">
                <a:latin typeface="Calibri"/>
                <a:cs typeface="Calibri"/>
              </a:rPr>
              <a:t>skilled</a:t>
            </a:r>
            <a:r>
              <a:rPr lang="en-US" sz="2800" spc="-110" dirty="0">
                <a:latin typeface="Calibri"/>
                <a:cs typeface="Calibri"/>
              </a:rPr>
              <a:t> </a:t>
            </a:r>
            <a:r>
              <a:rPr lang="en-US" sz="2800" spc="-25" dirty="0">
                <a:latin typeface="Calibri"/>
                <a:cs typeface="Calibri"/>
              </a:rPr>
              <a:t>movement</a:t>
            </a:r>
            <a:endParaRPr lang="en-US" sz="2800" dirty="0">
              <a:latin typeface="Calibri"/>
              <a:cs typeface="Calibri"/>
            </a:endParaRPr>
          </a:p>
          <a:p>
            <a:pPr marL="492125" lvl="1">
              <a:lnSpc>
                <a:spcPct val="100000"/>
              </a:lnSpc>
              <a:spcBef>
                <a:spcPts val="600"/>
              </a:spcBef>
              <a:tabLst>
                <a:tab pos="793115" algn="l"/>
              </a:tabLst>
            </a:pPr>
            <a:r>
              <a:rPr lang="en-US" sz="2500" dirty="0">
                <a:latin typeface="Calibri"/>
                <a:cs typeface="Calibri"/>
              </a:rPr>
              <a:t>Decussation</a:t>
            </a:r>
            <a:r>
              <a:rPr lang="en-US" sz="2500" spc="5" dirty="0">
                <a:latin typeface="Calibri"/>
                <a:cs typeface="Calibri"/>
              </a:rPr>
              <a:t> </a:t>
            </a:r>
            <a:r>
              <a:rPr lang="en-US" sz="2500" dirty="0">
                <a:latin typeface="Calibri"/>
                <a:cs typeface="Calibri"/>
              </a:rPr>
              <a:t>at</a:t>
            </a:r>
            <a:r>
              <a:rPr lang="en-US" sz="2500" spc="5" dirty="0">
                <a:latin typeface="Calibri"/>
                <a:cs typeface="Calibri"/>
              </a:rPr>
              <a:t> </a:t>
            </a:r>
            <a:r>
              <a:rPr lang="en-US" sz="2500" dirty="0">
                <a:latin typeface="Calibri"/>
                <a:cs typeface="Calibri"/>
              </a:rPr>
              <a:t>pyramids</a:t>
            </a:r>
            <a:r>
              <a:rPr lang="en-US" sz="2500" spc="10" dirty="0">
                <a:latin typeface="Calibri"/>
                <a:cs typeface="Calibri"/>
              </a:rPr>
              <a:t> </a:t>
            </a:r>
            <a:r>
              <a:rPr lang="en-US" sz="2500" spc="-10" dirty="0">
                <a:latin typeface="Calibri"/>
                <a:cs typeface="Calibri"/>
              </a:rPr>
              <a:t>(medulla)</a:t>
            </a:r>
            <a:endParaRPr lang="en-US" sz="2500" dirty="0">
              <a:latin typeface="Calibri"/>
              <a:cs typeface="Calibri"/>
            </a:endParaRPr>
          </a:p>
          <a:p>
            <a:pPr marL="1212850" lvl="2" indent="-240029">
              <a:lnSpc>
                <a:spcPct val="100000"/>
              </a:lnSpc>
              <a:spcBef>
                <a:spcPts val="595"/>
              </a:spcBef>
              <a:buFont typeface="Arial"/>
              <a:buChar char="•"/>
              <a:tabLst>
                <a:tab pos="1212215" algn="l"/>
                <a:tab pos="1212850" algn="l"/>
              </a:tabLst>
            </a:pPr>
            <a:r>
              <a:rPr lang="en-US" sz="2100" spc="-10" dirty="0">
                <a:latin typeface="Calibri"/>
                <a:cs typeface="Calibri"/>
              </a:rPr>
              <a:t>80-</a:t>
            </a:r>
            <a:r>
              <a:rPr lang="en-US" sz="2100" dirty="0">
                <a:latin typeface="Calibri"/>
                <a:cs typeface="Calibri"/>
              </a:rPr>
              <a:t>85</a:t>
            </a:r>
            <a:r>
              <a:rPr lang="en-US" sz="2100" spc="-10" dirty="0">
                <a:latin typeface="Calibri"/>
                <a:cs typeface="Calibri"/>
              </a:rPr>
              <a:t> </a:t>
            </a:r>
            <a:r>
              <a:rPr lang="en-US" sz="2100" dirty="0">
                <a:latin typeface="Calibri"/>
                <a:cs typeface="Calibri"/>
              </a:rPr>
              <a:t>percent</a:t>
            </a:r>
            <a:r>
              <a:rPr lang="en-US" sz="2100" spc="-5" dirty="0">
                <a:latin typeface="Calibri"/>
                <a:cs typeface="Calibri"/>
              </a:rPr>
              <a:t> </a:t>
            </a:r>
            <a:r>
              <a:rPr lang="en-US" sz="2100" spc="-10" dirty="0">
                <a:latin typeface="Calibri"/>
                <a:cs typeface="Calibri"/>
              </a:rPr>
              <a:t>cross-</a:t>
            </a:r>
            <a:r>
              <a:rPr lang="en-US" sz="2100" spc="-20" dirty="0">
                <a:latin typeface="Calibri"/>
                <a:cs typeface="Calibri"/>
              </a:rPr>
              <a:t>over</a:t>
            </a:r>
            <a:endParaRPr lang="en-US" sz="2100" dirty="0">
              <a:latin typeface="Calibri"/>
              <a:cs typeface="Calibri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9388968-0A12-469D-6938-D0B05C17D5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" y="1753999"/>
            <a:ext cx="7924800" cy="213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52942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F6AC8-3F9D-5C28-7499-DACAF8B5D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Activity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E9F5B-C4A3-D30C-8211-6668E2DC85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1249" lvl="1" indent="0">
              <a:lnSpc>
                <a:spcPct val="100000"/>
              </a:lnSpc>
              <a:spcBef>
                <a:spcPts val="600"/>
              </a:spcBef>
              <a:buNone/>
              <a:tabLst>
                <a:tab pos="793115" algn="l"/>
              </a:tabLst>
            </a:pPr>
            <a:r>
              <a:rPr lang="en-US" sz="2500" dirty="0">
                <a:latin typeface="Calibri"/>
                <a:cs typeface="Calibri"/>
              </a:rPr>
              <a:t>Which tract decussates</a:t>
            </a:r>
            <a:r>
              <a:rPr lang="en-US" sz="2500" spc="5" dirty="0">
                <a:latin typeface="Calibri"/>
                <a:cs typeface="Calibri"/>
              </a:rPr>
              <a:t> </a:t>
            </a:r>
            <a:r>
              <a:rPr lang="en-US" sz="2500" dirty="0">
                <a:latin typeface="Calibri"/>
                <a:cs typeface="Calibri"/>
              </a:rPr>
              <a:t>at</a:t>
            </a:r>
            <a:r>
              <a:rPr lang="en-US" sz="2500" spc="5" dirty="0">
                <a:latin typeface="Calibri"/>
                <a:cs typeface="Calibri"/>
              </a:rPr>
              <a:t> the </a:t>
            </a:r>
            <a:r>
              <a:rPr lang="en-US" sz="2500" dirty="0">
                <a:latin typeface="Calibri"/>
                <a:cs typeface="Calibri"/>
              </a:rPr>
              <a:t>pyramids</a:t>
            </a:r>
            <a:r>
              <a:rPr lang="en-US" sz="2500" spc="10" dirty="0">
                <a:latin typeface="Calibri"/>
                <a:cs typeface="Calibri"/>
              </a:rPr>
              <a:t> </a:t>
            </a:r>
            <a:r>
              <a:rPr lang="en-US" sz="2500" spc="-10" dirty="0">
                <a:latin typeface="Calibri"/>
                <a:cs typeface="Calibri"/>
              </a:rPr>
              <a:t>(medulla)?</a:t>
            </a:r>
            <a:endParaRPr lang="en-US" sz="2500" dirty="0">
              <a:latin typeface="Calibri"/>
              <a:cs typeface="Calibri"/>
            </a:endParaRPr>
          </a:p>
          <a:p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46E1EF8-A59D-113D-2F65-210A90FAC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305" y="3200400"/>
            <a:ext cx="7924800" cy="2132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029638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88035" rIns="0" bIns="0" rtlCol="0">
            <a:spAutoFit/>
          </a:bodyPr>
          <a:lstStyle/>
          <a:p>
            <a:pPr marL="1949450">
              <a:lnSpc>
                <a:spcPct val="100000"/>
              </a:lnSpc>
              <a:spcBef>
                <a:spcPts val="100"/>
              </a:spcBef>
            </a:pPr>
            <a:r>
              <a:rPr sz="4600" dirty="0"/>
              <a:t>Other</a:t>
            </a:r>
            <a:r>
              <a:rPr sz="4600" spc="35" dirty="0"/>
              <a:t> </a:t>
            </a:r>
            <a:r>
              <a:rPr sz="4600" dirty="0"/>
              <a:t>Motor</a:t>
            </a:r>
            <a:r>
              <a:rPr sz="4600" spc="35" dirty="0"/>
              <a:t> </a:t>
            </a:r>
            <a:r>
              <a:rPr sz="4600" spc="-50" dirty="0"/>
              <a:t>Tracts</a:t>
            </a:r>
            <a:endParaRPr sz="4600"/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457200" y="1955403"/>
          <a:ext cx="9208450" cy="511555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74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8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27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7736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0367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9946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Rubrospinal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58115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Lateral </a:t>
                      </a:r>
                      <a:r>
                        <a:rPr sz="17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Vestibulospinal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07314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Medial </a:t>
                      </a:r>
                      <a:r>
                        <a:rPr sz="1700" b="1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Vestibulospinal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429895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Pontine </a:t>
                      </a:r>
                      <a:r>
                        <a:rPr sz="17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Reticulospinal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56210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b="1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Medullary </a:t>
                      </a:r>
                      <a:r>
                        <a:rPr sz="1700" b="1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Reticulospinal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57150">
                      <a:solidFill>
                        <a:srgbClr val="FFFFFF"/>
                      </a:solidFill>
                      <a:prstDash val="solid"/>
                    </a:lnB>
                    <a:solidFill>
                      <a:srgbClr val="4F81B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06120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7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Origin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49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275590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Red</a:t>
                      </a:r>
                      <a:r>
                        <a:rPr sz="17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nucleus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(midbrain)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643255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spc="-30" dirty="0">
                          <a:latin typeface="Calibri"/>
                          <a:cs typeface="Calibri"/>
                        </a:rPr>
                        <a:t>Vestibular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nuclei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591185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spc="-30" dirty="0">
                          <a:latin typeface="Calibri"/>
                          <a:cs typeface="Calibri"/>
                        </a:rPr>
                        <a:t>Vestibular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nuclei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807085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Reticular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formation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533400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Reticular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formation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571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901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Decussation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299085">
                        <a:lnSpc>
                          <a:spcPct val="98200"/>
                        </a:lnSpc>
                        <a:spcBef>
                          <a:spcPts val="29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Ventral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tegmentum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(midbrain)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746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None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None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None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59"/>
                        </a:spcBef>
                      </a:pPr>
                      <a:r>
                        <a:rPr sz="1700" spc="-20" dirty="0">
                          <a:latin typeface="Calibri"/>
                          <a:cs typeface="Calibri"/>
                        </a:rPr>
                        <a:t>None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01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3895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Termination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Cervical</a:t>
                      </a:r>
                      <a:r>
                        <a:rPr sz="17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cord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Entire</a:t>
                      </a:r>
                      <a:r>
                        <a:rPr sz="17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cord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37795">
                        <a:lnSpc>
                          <a:spcPts val="1989"/>
                        </a:lnSpc>
                        <a:spcBef>
                          <a:spcPts val="38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Cervical</a:t>
                      </a:r>
                      <a:r>
                        <a:rPr sz="1700" spc="-9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&amp;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Upper</a:t>
                      </a:r>
                      <a:r>
                        <a:rPr sz="17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Thoracic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889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Entire</a:t>
                      </a:r>
                      <a:r>
                        <a:rPr sz="1700" spc="-8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cord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80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Entire</a:t>
                      </a:r>
                      <a:r>
                        <a:rPr sz="17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cord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556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17244"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Function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ct val="100000"/>
                        </a:lnSpc>
                        <a:spcBef>
                          <a:spcPts val="265"/>
                        </a:spcBef>
                      </a:pPr>
                      <a:r>
                        <a:rPr sz="1700" dirty="0">
                          <a:latin typeface="Calibri"/>
                          <a:cs typeface="Calibri"/>
                        </a:rPr>
                        <a:t>Muscle</a:t>
                      </a:r>
                      <a:r>
                        <a:rPr sz="1700" spc="-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tone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365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476884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spc="-25" dirty="0">
                          <a:latin typeface="Calibri"/>
                          <a:cs typeface="Calibri"/>
                        </a:rPr>
                        <a:t>Maintaining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balance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98120">
                        <a:lnSpc>
                          <a:spcPts val="1989"/>
                        </a:lnSpc>
                        <a:spcBef>
                          <a:spcPts val="375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positioning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5" dirty="0">
                          <a:latin typeface="Calibri"/>
                          <a:cs typeface="Calibri"/>
                        </a:rPr>
                        <a:t>of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head</a:t>
                      </a:r>
                      <a:r>
                        <a:rPr sz="1700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neck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4762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205740">
                        <a:lnSpc>
                          <a:spcPct val="98200"/>
                        </a:lnSpc>
                        <a:spcBef>
                          <a:spcPts val="30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Automatic posture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35" dirty="0">
                          <a:latin typeface="Calibri"/>
                          <a:cs typeface="Calibri"/>
                        </a:rPr>
                        <a:t>gait-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related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357505">
                        <a:lnSpc>
                          <a:spcPct val="98200"/>
                        </a:lnSpc>
                        <a:spcBef>
                          <a:spcPts val="30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Automatic posture</a:t>
                      </a:r>
                      <a:r>
                        <a:rPr sz="1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30" dirty="0">
                          <a:latin typeface="Calibri"/>
                          <a:cs typeface="Calibri"/>
                        </a:rPr>
                        <a:t>and </a:t>
                      </a:r>
                      <a:r>
                        <a:rPr sz="1700" spc="-35" dirty="0">
                          <a:latin typeface="Calibri"/>
                          <a:cs typeface="Calibri"/>
                        </a:rPr>
                        <a:t>gait-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related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99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 marR="103505">
                        <a:lnSpc>
                          <a:spcPts val="2020"/>
                        </a:lnSpc>
                        <a:spcBef>
                          <a:spcPts val="10"/>
                        </a:spcBef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movements</a:t>
                      </a:r>
                      <a:r>
                        <a:rPr sz="1700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;</a:t>
                      </a:r>
                      <a:r>
                        <a:rPr sz="1700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20" dirty="0">
                          <a:latin typeface="Calibri"/>
                          <a:cs typeface="Calibri"/>
                        </a:rPr>
                        <a:t>axial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70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dirty="0">
                          <a:latin typeface="Calibri"/>
                          <a:cs typeface="Calibri"/>
                        </a:rPr>
                        <a:t>limb</a:t>
                      </a:r>
                      <a:r>
                        <a:rPr sz="1700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700" spc="-10" dirty="0">
                          <a:latin typeface="Calibri"/>
                          <a:cs typeface="Calibri"/>
                        </a:rPr>
                        <a:t>muscles</a:t>
                      </a:r>
                      <a:endParaRPr sz="17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/>
                    <a:p>
                      <a:pPr marL="95885">
                        <a:lnSpc>
                          <a:spcPts val="1964"/>
                        </a:lnSpc>
                      </a:pPr>
                      <a:r>
                        <a:rPr sz="1700" spc="-10" dirty="0">
                          <a:latin typeface="Calibri"/>
                          <a:cs typeface="Calibri"/>
                        </a:rPr>
                        <a:t>movements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017987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2367915" marR="5080" indent="-2235200">
              <a:lnSpc>
                <a:spcPts val="5020"/>
              </a:lnSpc>
              <a:spcBef>
                <a:spcPts val="215"/>
              </a:spcBef>
            </a:pPr>
            <a:r>
              <a:rPr dirty="0"/>
              <a:t>Weakness</a:t>
            </a:r>
            <a:r>
              <a:rPr spc="-105" dirty="0"/>
              <a:t> </a:t>
            </a:r>
            <a:r>
              <a:rPr dirty="0"/>
              <a:t>is</a:t>
            </a:r>
            <a:r>
              <a:rPr spc="-90" dirty="0"/>
              <a:t> </a:t>
            </a:r>
            <a:r>
              <a:rPr dirty="0"/>
              <a:t>named</a:t>
            </a:r>
            <a:r>
              <a:rPr spc="-90" dirty="0"/>
              <a:t> </a:t>
            </a:r>
            <a:r>
              <a:rPr dirty="0"/>
              <a:t>after</a:t>
            </a:r>
            <a:r>
              <a:rPr spc="-80" dirty="0"/>
              <a:t> </a:t>
            </a:r>
            <a:r>
              <a:rPr dirty="0"/>
              <a:t>location</a:t>
            </a:r>
            <a:r>
              <a:rPr spc="-90" dirty="0"/>
              <a:t> </a:t>
            </a:r>
            <a:r>
              <a:rPr spc="-25" dirty="0"/>
              <a:t>and </a:t>
            </a:r>
            <a:r>
              <a:rPr dirty="0"/>
              <a:t>severity</a:t>
            </a:r>
            <a:r>
              <a:rPr spc="-5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deficit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9AFCFD-2119-DB37-D90A-85B251D6C786}"/>
              </a:ext>
            </a:extLst>
          </p:cNvPr>
          <p:cNvSpPr txBox="1"/>
          <p:nvPr/>
        </p:nvSpPr>
        <p:spPr>
          <a:xfrm>
            <a:off x="457200" y="690880"/>
            <a:ext cx="7086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Next Week:</a:t>
            </a:r>
          </a:p>
          <a:p>
            <a:r>
              <a:rPr lang="en-US" sz="6000" dirty="0"/>
              <a:t>Quiz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Office 2007 - 201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D9D01AC2-EE7D-4E49-99EE-8E62E4E7E8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Basis</Template>
  <TotalTime>1306</TotalTime>
  <Words>413</Words>
  <Application>Microsoft Office PowerPoint</Application>
  <PresentationFormat>Custom</PresentationFormat>
  <Paragraphs>109</Paragraphs>
  <Slides>21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Corbel</vt:lpstr>
      <vt:lpstr>Times New Roman</vt:lpstr>
      <vt:lpstr>Wingdings</vt:lpstr>
      <vt:lpstr>Basis</vt:lpstr>
      <vt:lpstr>The Nervous System</vt:lpstr>
      <vt:lpstr>The Spinal Nerves</vt:lpstr>
      <vt:lpstr>Spinal Cord Segments</vt:lpstr>
      <vt:lpstr>Spinal Cord Segments</vt:lpstr>
      <vt:lpstr>Spinal Cord Segments</vt:lpstr>
      <vt:lpstr>Spinal Cord Segments</vt:lpstr>
      <vt:lpstr>Spinal Cord Segments</vt:lpstr>
      <vt:lpstr>Types of Tracts</vt:lpstr>
      <vt:lpstr>PowerPoint Presentation</vt:lpstr>
      <vt:lpstr>PowerPoint Presentation</vt:lpstr>
      <vt:lpstr>Ascending Tracts: Dorsal Column/ Medial Lemniscus</vt:lpstr>
      <vt:lpstr>Ascending Tracts: Dorsal Column/ Medial Lemniscus</vt:lpstr>
      <vt:lpstr>PowerPoint Presentation</vt:lpstr>
      <vt:lpstr>Ascending Tracts: Spinocerebellar</vt:lpstr>
      <vt:lpstr>Ascending Tracts: Spinocerebellar</vt:lpstr>
      <vt:lpstr>Ascending Tracts: Spinothalamic (Anterolateral System)</vt:lpstr>
      <vt:lpstr>PowerPoint Presentation</vt:lpstr>
      <vt:lpstr>PowerPoint Presentation</vt:lpstr>
      <vt:lpstr>Activity</vt:lpstr>
      <vt:lpstr>Other Motor Tracts</vt:lpstr>
      <vt:lpstr>Weakness is named after location and severity of deficit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Dejeux, Mariana</cp:lastModifiedBy>
  <cp:revision>27</cp:revision>
  <dcterms:created xsi:type="dcterms:W3CDTF">2022-10-10T15:30:20Z</dcterms:created>
  <dcterms:modified xsi:type="dcterms:W3CDTF">2024-10-14T19:14:15Z</dcterms:modified>
</cp:coreProperties>
</file>