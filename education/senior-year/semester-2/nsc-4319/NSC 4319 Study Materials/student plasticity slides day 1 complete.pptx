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2.xml" ContentType="application/vnd.openxmlformats-officedocument.themeOverr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</p:sldMasterIdLst>
  <p:notesMasterIdLst>
    <p:notesMasterId r:id="rId19"/>
  </p:notesMasterIdLst>
  <p:handoutMasterIdLst>
    <p:handoutMasterId r:id="rId20"/>
  </p:handoutMasterIdLst>
  <p:sldIdLst>
    <p:sldId id="511" r:id="rId2"/>
    <p:sldId id="637" r:id="rId3"/>
    <p:sldId id="574" r:id="rId4"/>
    <p:sldId id="645" r:id="rId5"/>
    <p:sldId id="616" r:id="rId6"/>
    <p:sldId id="623" r:id="rId7"/>
    <p:sldId id="575" r:id="rId8"/>
    <p:sldId id="402" r:id="rId9"/>
    <p:sldId id="271" r:id="rId10"/>
    <p:sldId id="614" r:id="rId11"/>
    <p:sldId id="576" r:id="rId12"/>
    <p:sldId id="577" r:id="rId13"/>
    <p:sldId id="615" r:id="rId14"/>
    <p:sldId id="578" r:id="rId15"/>
    <p:sldId id="595" r:id="rId16"/>
    <p:sldId id="627" r:id="rId17"/>
    <p:sldId id="579" r:id="rId18"/>
  </p:sldIdLst>
  <p:sldSz cx="12192000" cy="6858000"/>
  <p:notesSz cx="9601200" cy="731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96" autoAdjust="0"/>
    <p:restoredTop sz="73362" autoAdjust="0"/>
  </p:normalViewPr>
  <p:slideViewPr>
    <p:cSldViewPr>
      <p:cViewPr varScale="1">
        <p:scale>
          <a:sx n="116" d="100"/>
          <a:sy n="116" d="100"/>
        </p:scale>
        <p:origin x="152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2508" y="11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8F2AE6-A6DC-4C63-832C-624BC06548DB}" type="doc">
      <dgm:prSet loTypeId="urn:microsoft.com/office/officeart/2005/8/layout/hierarchy3" loCatId="hierarchy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1D9FEC9C-4AF8-42C6-9344-64E641448929}">
      <dgm:prSet custT="1"/>
      <dgm:spPr/>
      <dgm:t>
        <a:bodyPr/>
        <a:lstStyle/>
        <a:p>
          <a:pPr algn="l"/>
          <a:r>
            <a:rPr lang="en-US" sz="3200" dirty="0"/>
            <a:t>Repeated stimulation of the siphon</a:t>
          </a:r>
        </a:p>
      </dgm:t>
    </dgm:pt>
    <dgm:pt modelId="{7BAFFC57-88AB-4463-841E-9A155AFA8AFA}" type="parTrans" cxnId="{F23CA143-6D6D-4561-8958-80EBB38E4C67}">
      <dgm:prSet/>
      <dgm:spPr/>
      <dgm:t>
        <a:bodyPr/>
        <a:lstStyle/>
        <a:p>
          <a:endParaRPr lang="en-US" sz="3200"/>
        </a:p>
      </dgm:t>
    </dgm:pt>
    <dgm:pt modelId="{499388C9-7DB3-412F-9235-253A1B8E775A}" type="sibTrans" cxnId="{F23CA143-6D6D-4561-8958-80EBB38E4C67}">
      <dgm:prSet/>
      <dgm:spPr/>
      <dgm:t>
        <a:bodyPr/>
        <a:lstStyle/>
        <a:p>
          <a:endParaRPr lang="en-US" sz="3200"/>
        </a:p>
      </dgm:t>
    </dgm:pt>
    <dgm:pt modelId="{730656FC-B410-442A-AF79-9C75AC225827}">
      <dgm:prSet custT="1"/>
      <dgm:spPr/>
      <dgm:t>
        <a:bodyPr/>
        <a:lstStyle/>
        <a:p>
          <a:pPr algn="l"/>
          <a:r>
            <a:rPr lang="en-US" sz="3200" dirty="0"/>
            <a:t>Habituation (behavior)</a:t>
          </a:r>
        </a:p>
      </dgm:t>
    </dgm:pt>
    <dgm:pt modelId="{9128D0D4-D0A6-4688-A61B-CE3250C1408C}" type="parTrans" cxnId="{DC8011E9-44F5-411D-93FA-EAF46E1B2C3E}">
      <dgm:prSet/>
      <dgm:spPr/>
      <dgm:t>
        <a:bodyPr/>
        <a:lstStyle/>
        <a:p>
          <a:endParaRPr lang="en-US" sz="3200"/>
        </a:p>
      </dgm:t>
    </dgm:pt>
    <dgm:pt modelId="{83BFD404-5DCC-4778-8C79-3A5FEE221BD4}" type="sibTrans" cxnId="{DC8011E9-44F5-411D-93FA-EAF46E1B2C3E}">
      <dgm:prSet/>
      <dgm:spPr/>
      <dgm:t>
        <a:bodyPr/>
        <a:lstStyle/>
        <a:p>
          <a:endParaRPr lang="en-US" sz="3200"/>
        </a:p>
      </dgm:t>
    </dgm:pt>
    <dgm:pt modelId="{7FAE95F4-39B2-44B0-9F85-8BF6179D7BF3}">
      <dgm:prSet custT="1"/>
      <dgm:spPr/>
      <dgm:t>
        <a:bodyPr/>
        <a:lstStyle/>
        <a:p>
          <a:pPr algn="l"/>
          <a:r>
            <a:rPr lang="en-US" sz="3200" i="1" dirty="0"/>
            <a:t>Short-term</a:t>
          </a:r>
          <a:r>
            <a:rPr lang="en-US" sz="3200" dirty="0"/>
            <a:t> Synaptic depression (cellular)</a:t>
          </a:r>
        </a:p>
      </dgm:t>
    </dgm:pt>
    <dgm:pt modelId="{4CCE0D25-A9B4-4E59-950A-164EE3927391}" type="parTrans" cxnId="{CA7FC85F-2C54-407D-A927-9BB8C37E0E68}">
      <dgm:prSet/>
      <dgm:spPr/>
      <dgm:t>
        <a:bodyPr/>
        <a:lstStyle/>
        <a:p>
          <a:endParaRPr lang="en-US" sz="3200"/>
        </a:p>
      </dgm:t>
    </dgm:pt>
    <dgm:pt modelId="{FB9A982E-EE9A-4FC1-BE68-52C0DCB8A825}" type="sibTrans" cxnId="{CA7FC85F-2C54-407D-A927-9BB8C37E0E68}">
      <dgm:prSet/>
      <dgm:spPr/>
      <dgm:t>
        <a:bodyPr/>
        <a:lstStyle/>
        <a:p>
          <a:endParaRPr lang="en-US" sz="3200"/>
        </a:p>
      </dgm:t>
    </dgm:pt>
    <dgm:pt modelId="{FB01ABAE-C68D-425A-832C-5BD810932784}" type="pres">
      <dgm:prSet presAssocID="{F58F2AE6-A6DC-4C63-832C-624BC06548D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CE9312-F2E8-49E8-8202-8B120D2B7A7D}" type="pres">
      <dgm:prSet presAssocID="{1D9FEC9C-4AF8-42C6-9344-64E641448929}" presName="root" presStyleCnt="0"/>
      <dgm:spPr/>
    </dgm:pt>
    <dgm:pt modelId="{36A188DD-C6A4-4E8F-A495-E7017CF54712}" type="pres">
      <dgm:prSet presAssocID="{1D9FEC9C-4AF8-42C6-9344-64E641448929}" presName="rootComposite" presStyleCnt="0"/>
      <dgm:spPr/>
    </dgm:pt>
    <dgm:pt modelId="{79EDD6FA-6ED3-4178-92AE-4A92E4A568E7}" type="pres">
      <dgm:prSet presAssocID="{1D9FEC9C-4AF8-42C6-9344-64E641448929}" presName="rootText" presStyleLbl="node1" presStyleIdx="0" presStyleCnt="1" custScaleX="497398" custScaleY="156009"/>
      <dgm:spPr/>
    </dgm:pt>
    <dgm:pt modelId="{921B18AF-F549-4A1F-A68D-962F4142E6F8}" type="pres">
      <dgm:prSet presAssocID="{1D9FEC9C-4AF8-42C6-9344-64E641448929}" presName="rootConnector" presStyleLbl="node1" presStyleIdx="0" presStyleCnt="1"/>
      <dgm:spPr/>
    </dgm:pt>
    <dgm:pt modelId="{7719FA5F-54A4-40FB-B7EC-30FF18544C11}" type="pres">
      <dgm:prSet presAssocID="{1D9FEC9C-4AF8-42C6-9344-64E641448929}" presName="childShape" presStyleCnt="0"/>
      <dgm:spPr/>
    </dgm:pt>
    <dgm:pt modelId="{17D29607-55E1-4735-9D90-6E5CE9C0995A}" type="pres">
      <dgm:prSet presAssocID="{9128D0D4-D0A6-4688-A61B-CE3250C1408C}" presName="Name13" presStyleLbl="parChTrans1D2" presStyleIdx="0" presStyleCnt="2"/>
      <dgm:spPr/>
    </dgm:pt>
    <dgm:pt modelId="{BE698C75-5E83-4C54-B89E-D7DDA7F3F650}" type="pres">
      <dgm:prSet presAssocID="{730656FC-B410-442A-AF79-9C75AC225827}" presName="childText" presStyleLbl="bgAcc1" presStyleIdx="0" presStyleCnt="2" custScaleX="515685" custScaleY="126101">
        <dgm:presLayoutVars>
          <dgm:bulletEnabled val="1"/>
        </dgm:presLayoutVars>
      </dgm:prSet>
      <dgm:spPr/>
    </dgm:pt>
    <dgm:pt modelId="{536DA757-56B6-416B-B9A2-861F5C80052E}" type="pres">
      <dgm:prSet presAssocID="{4CCE0D25-A9B4-4E59-950A-164EE3927391}" presName="Name13" presStyleLbl="parChTrans1D2" presStyleIdx="1" presStyleCnt="2"/>
      <dgm:spPr/>
    </dgm:pt>
    <dgm:pt modelId="{DF1A02B2-4BE7-4C10-B5AF-9C4DD5066E77}" type="pres">
      <dgm:prSet presAssocID="{7FAE95F4-39B2-44B0-9F85-8BF6179D7BF3}" presName="childText" presStyleLbl="bgAcc1" presStyleIdx="1" presStyleCnt="2" custScaleX="515685" custScaleY="126101">
        <dgm:presLayoutVars>
          <dgm:bulletEnabled val="1"/>
        </dgm:presLayoutVars>
      </dgm:prSet>
      <dgm:spPr/>
    </dgm:pt>
  </dgm:ptLst>
  <dgm:cxnLst>
    <dgm:cxn modelId="{0CAA0235-5F37-43A9-A02C-576DDC927DA5}" type="presOf" srcId="{4CCE0D25-A9B4-4E59-950A-164EE3927391}" destId="{536DA757-56B6-416B-B9A2-861F5C80052E}" srcOrd="0" destOrd="0" presId="urn:microsoft.com/office/officeart/2005/8/layout/hierarchy3"/>
    <dgm:cxn modelId="{85464E3C-2765-4F51-A909-F7493F43A6DD}" type="presOf" srcId="{1D9FEC9C-4AF8-42C6-9344-64E641448929}" destId="{79EDD6FA-6ED3-4178-92AE-4A92E4A568E7}" srcOrd="0" destOrd="0" presId="urn:microsoft.com/office/officeart/2005/8/layout/hierarchy3"/>
    <dgm:cxn modelId="{CA7FC85F-2C54-407D-A927-9BB8C37E0E68}" srcId="{1D9FEC9C-4AF8-42C6-9344-64E641448929}" destId="{7FAE95F4-39B2-44B0-9F85-8BF6179D7BF3}" srcOrd="1" destOrd="0" parTransId="{4CCE0D25-A9B4-4E59-950A-164EE3927391}" sibTransId="{FB9A982E-EE9A-4FC1-BE68-52C0DCB8A825}"/>
    <dgm:cxn modelId="{F23CA143-6D6D-4561-8958-80EBB38E4C67}" srcId="{F58F2AE6-A6DC-4C63-832C-624BC06548DB}" destId="{1D9FEC9C-4AF8-42C6-9344-64E641448929}" srcOrd="0" destOrd="0" parTransId="{7BAFFC57-88AB-4463-841E-9A155AFA8AFA}" sibTransId="{499388C9-7DB3-412F-9235-253A1B8E775A}"/>
    <dgm:cxn modelId="{FA23AC9E-171B-4E57-92C9-8905E0E7A6CF}" type="presOf" srcId="{7FAE95F4-39B2-44B0-9F85-8BF6179D7BF3}" destId="{DF1A02B2-4BE7-4C10-B5AF-9C4DD5066E77}" srcOrd="0" destOrd="0" presId="urn:microsoft.com/office/officeart/2005/8/layout/hierarchy3"/>
    <dgm:cxn modelId="{E00E11B6-6D65-46C7-A356-80A5605DD2E1}" type="presOf" srcId="{1D9FEC9C-4AF8-42C6-9344-64E641448929}" destId="{921B18AF-F549-4A1F-A68D-962F4142E6F8}" srcOrd="1" destOrd="0" presId="urn:microsoft.com/office/officeart/2005/8/layout/hierarchy3"/>
    <dgm:cxn modelId="{2680A2CE-C3C6-44B5-9EDC-D46A1E213501}" type="presOf" srcId="{9128D0D4-D0A6-4688-A61B-CE3250C1408C}" destId="{17D29607-55E1-4735-9D90-6E5CE9C0995A}" srcOrd="0" destOrd="0" presId="urn:microsoft.com/office/officeart/2005/8/layout/hierarchy3"/>
    <dgm:cxn modelId="{1F6FA5D2-6DD4-4214-9447-1E4C9032B91F}" type="presOf" srcId="{730656FC-B410-442A-AF79-9C75AC225827}" destId="{BE698C75-5E83-4C54-B89E-D7DDA7F3F650}" srcOrd="0" destOrd="0" presId="urn:microsoft.com/office/officeart/2005/8/layout/hierarchy3"/>
    <dgm:cxn modelId="{DC8011E9-44F5-411D-93FA-EAF46E1B2C3E}" srcId="{1D9FEC9C-4AF8-42C6-9344-64E641448929}" destId="{730656FC-B410-442A-AF79-9C75AC225827}" srcOrd="0" destOrd="0" parTransId="{9128D0D4-D0A6-4688-A61B-CE3250C1408C}" sibTransId="{83BFD404-5DCC-4778-8C79-3A5FEE221BD4}"/>
    <dgm:cxn modelId="{5E0251E9-BB60-49DC-A77B-7E4E4BA599A7}" type="presOf" srcId="{F58F2AE6-A6DC-4C63-832C-624BC06548DB}" destId="{FB01ABAE-C68D-425A-832C-5BD810932784}" srcOrd="0" destOrd="0" presId="urn:microsoft.com/office/officeart/2005/8/layout/hierarchy3"/>
    <dgm:cxn modelId="{1E56E40D-C7ED-439D-8DBE-6585C5DFE820}" type="presParOf" srcId="{FB01ABAE-C68D-425A-832C-5BD810932784}" destId="{09CE9312-F2E8-49E8-8202-8B120D2B7A7D}" srcOrd="0" destOrd="0" presId="urn:microsoft.com/office/officeart/2005/8/layout/hierarchy3"/>
    <dgm:cxn modelId="{8594204A-2F0D-4414-B9D0-91821CF791D7}" type="presParOf" srcId="{09CE9312-F2E8-49E8-8202-8B120D2B7A7D}" destId="{36A188DD-C6A4-4E8F-A495-E7017CF54712}" srcOrd="0" destOrd="0" presId="urn:microsoft.com/office/officeart/2005/8/layout/hierarchy3"/>
    <dgm:cxn modelId="{96B9E434-8939-4114-A827-7A7C7E086500}" type="presParOf" srcId="{36A188DD-C6A4-4E8F-A495-E7017CF54712}" destId="{79EDD6FA-6ED3-4178-92AE-4A92E4A568E7}" srcOrd="0" destOrd="0" presId="urn:microsoft.com/office/officeart/2005/8/layout/hierarchy3"/>
    <dgm:cxn modelId="{7207DDAE-76B8-42C1-B0D2-A125997562A4}" type="presParOf" srcId="{36A188DD-C6A4-4E8F-A495-E7017CF54712}" destId="{921B18AF-F549-4A1F-A68D-962F4142E6F8}" srcOrd="1" destOrd="0" presId="urn:microsoft.com/office/officeart/2005/8/layout/hierarchy3"/>
    <dgm:cxn modelId="{6FD18E19-6DBD-4EBE-A160-1ECD2F244A42}" type="presParOf" srcId="{09CE9312-F2E8-49E8-8202-8B120D2B7A7D}" destId="{7719FA5F-54A4-40FB-B7EC-30FF18544C11}" srcOrd="1" destOrd="0" presId="urn:microsoft.com/office/officeart/2005/8/layout/hierarchy3"/>
    <dgm:cxn modelId="{A269B914-665B-4A66-B8CB-2FD446726C74}" type="presParOf" srcId="{7719FA5F-54A4-40FB-B7EC-30FF18544C11}" destId="{17D29607-55E1-4735-9D90-6E5CE9C0995A}" srcOrd="0" destOrd="0" presId="urn:microsoft.com/office/officeart/2005/8/layout/hierarchy3"/>
    <dgm:cxn modelId="{B66935EE-457C-4C34-922A-9E82423E0C0C}" type="presParOf" srcId="{7719FA5F-54A4-40FB-B7EC-30FF18544C11}" destId="{BE698C75-5E83-4C54-B89E-D7DDA7F3F650}" srcOrd="1" destOrd="0" presId="urn:microsoft.com/office/officeart/2005/8/layout/hierarchy3"/>
    <dgm:cxn modelId="{68C00F4E-0346-4058-99B6-488A239B1F1D}" type="presParOf" srcId="{7719FA5F-54A4-40FB-B7EC-30FF18544C11}" destId="{536DA757-56B6-416B-B9A2-861F5C80052E}" srcOrd="2" destOrd="0" presId="urn:microsoft.com/office/officeart/2005/8/layout/hierarchy3"/>
    <dgm:cxn modelId="{8D6C3627-1950-4978-8D04-C6E9710F7939}" type="presParOf" srcId="{7719FA5F-54A4-40FB-B7EC-30FF18544C11}" destId="{DF1A02B2-4BE7-4C10-B5AF-9C4DD5066E7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EA3905-08FE-4AA8-BF10-F365FEB846C0}" type="doc">
      <dgm:prSet loTypeId="urn:microsoft.com/office/officeart/2005/8/layout/vList5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0CED37F0-9861-471E-A04A-A9D9B3902FDD}">
      <dgm:prSet custT="1"/>
      <dgm:spPr/>
      <dgm:t>
        <a:bodyPr/>
        <a:lstStyle/>
        <a:p>
          <a:r>
            <a:rPr lang="en-US" sz="3200" dirty="0"/>
            <a:t>Receptors</a:t>
          </a:r>
        </a:p>
      </dgm:t>
    </dgm:pt>
    <dgm:pt modelId="{21A26BA0-B992-4D1D-9A78-553EFEDA12AF}" type="parTrans" cxnId="{FD7BA9D2-BD09-4DDD-A2D0-06E4CC7B75EC}">
      <dgm:prSet/>
      <dgm:spPr/>
      <dgm:t>
        <a:bodyPr/>
        <a:lstStyle/>
        <a:p>
          <a:endParaRPr lang="en-US" sz="3200"/>
        </a:p>
      </dgm:t>
    </dgm:pt>
    <dgm:pt modelId="{217FCBA4-C9BC-4E87-8990-D65E6D60006F}" type="sibTrans" cxnId="{FD7BA9D2-BD09-4DDD-A2D0-06E4CC7B75EC}">
      <dgm:prSet/>
      <dgm:spPr/>
      <dgm:t>
        <a:bodyPr/>
        <a:lstStyle/>
        <a:p>
          <a:endParaRPr lang="en-US" sz="3200"/>
        </a:p>
      </dgm:t>
    </dgm:pt>
    <dgm:pt modelId="{177E5091-B430-4666-A672-38074F788E89}">
      <dgm:prSet custT="1"/>
      <dgm:spPr/>
      <dgm:t>
        <a:bodyPr/>
        <a:lstStyle/>
        <a:p>
          <a:r>
            <a:rPr lang="en-US" sz="3200"/>
            <a:t>G proteins</a:t>
          </a:r>
        </a:p>
      </dgm:t>
    </dgm:pt>
    <dgm:pt modelId="{7D6927B0-C00C-4894-B216-33689EF56D04}" type="parTrans" cxnId="{1AA4191C-6ADF-4997-9516-73575F011F25}">
      <dgm:prSet/>
      <dgm:spPr/>
      <dgm:t>
        <a:bodyPr/>
        <a:lstStyle/>
        <a:p>
          <a:endParaRPr lang="en-US" sz="3200"/>
        </a:p>
      </dgm:t>
    </dgm:pt>
    <dgm:pt modelId="{01750095-930E-4A30-849D-3AD95A6C7C38}" type="sibTrans" cxnId="{1AA4191C-6ADF-4997-9516-73575F011F25}">
      <dgm:prSet/>
      <dgm:spPr/>
      <dgm:t>
        <a:bodyPr/>
        <a:lstStyle/>
        <a:p>
          <a:endParaRPr lang="en-US" sz="3200"/>
        </a:p>
      </dgm:t>
    </dgm:pt>
    <dgm:pt modelId="{F58FB646-6598-484E-82EC-D9B070D31943}">
      <dgm:prSet custT="1"/>
      <dgm:spPr/>
      <dgm:t>
        <a:bodyPr/>
        <a:lstStyle/>
        <a:p>
          <a:r>
            <a:rPr lang="en-US" sz="3200" dirty="0"/>
            <a:t>Effectors</a:t>
          </a:r>
        </a:p>
      </dgm:t>
    </dgm:pt>
    <dgm:pt modelId="{F475CB9D-2416-427D-9D59-36BF6469353D}" type="parTrans" cxnId="{A82C21F8-16FB-4FA7-9F9D-2FC54A0C9EE4}">
      <dgm:prSet/>
      <dgm:spPr/>
      <dgm:t>
        <a:bodyPr/>
        <a:lstStyle/>
        <a:p>
          <a:endParaRPr lang="en-US" sz="3200"/>
        </a:p>
      </dgm:t>
    </dgm:pt>
    <dgm:pt modelId="{1A43D148-71A2-493B-ADC0-B6E8811F3740}" type="sibTrans" cxnId="{A82C21F8-16FB-4FA7-9F9D-2FC54A0C9EE4}">
      <dgm:prSet/>
      <dgm:spPr/>
      <dgm:t>
        <a:bodyPr/>
        <a:lstStyle/>
        <a:p>
          <a:endParaRPr lang="en-US" sz="3200"/>
        </a:p>
      </dgm:t>
    </dgm:pt>
    <dgm:pt modelId="{17E2AE22-8665-4653-BC4B-1F1D880A06BF}">
      <dgm:prSet custT="1"/>
      <dgm:spPr/>
      <dgm:t>
        <a:bodyPr/>
        <a:lstStyle/>
        <a:p>
          <a:r>
            <a:rPr lang="en-US" sz="3200"/>
            <a:t>2</a:t>
          </a:r>
          <a:r>
            <a:rPr lang="en-US" sz="3200" baseline="30000"/>
            <a:t>nd</a:t>
          </a:r>
          <a:r>
            <a:rPr lang="en-US" sz="3200"/>
            <a:t> messengers</a:t>
          </a:r>
        </a:p>
      </dgm:t>
    </dgm:pt>
    <dgm:pt modelId="{13F8449E-4560-4C9A-BDAF-94171DD3CF09}" type="parTrans" cxnId="{6251C91B-376A-4BE4-9987-83B76CE86279}">
      <dgm:prSet/>
      <dgm:spPr/>
      <dgm:t>
        <a:bodyPr/>
        <a:lstStyle/>
        <a:p>
          <a:endParaRPr lang="en-US" sz="3200"/>
        </a:p>
      </dgm:t>
    </dgm:pt>
    <dgm:pt modelId="{6DC1DE9A-558C-4C41-AAE2-55CEDF2F74CB}" type="sibTrans" cxnId="{6251C91B-376A-4BE4-9987-83B76CE86279}">
      <dgm:prSet/>
      <dgm:spPr/>
      <dgm:t>
        <a:bodyPr/>
        <a:lstStyle/>
        <a:p>
          <a:endParaRPr lang="en-US" sz="3200"/>
        </a:p>
      </dgm:t>
    </dgm:pt>
    <dgm:pt modelId="{8495D5A5-3BEC-4CBA-A601-41D9886A27DA}">
      <dgm:prSet custT="1"/>
      <dgm:spPr/>
      <dgm:t>
        <a:bodyPr/>
        <a:lstStyle/>
        <a:p>
          <a:r>
            <a:rPr lang="en-US" sz="3200"/>
            <a:t>Late effectors (kinases)</a:t>
          </a:r>
        </a:p>
      </dgm:t>
    </dgm:pt>
    <dgm:pt modelId="{34277EBF-74E1-4BFB-A591-227B56309EE6}" type="parTrans" cxnId="{AE05B942-1795-44D7-9718-8EF40F035EFF}">
      <dgm:prSet/>
      <dgm:spPr/>
      <dgm:t>
        <a:bodyPr/>
        <a:lstStyle/>
        <a:p>
          <a:endParaRPr lang="en-US" sz="3200"/>
        </a:p>
      </dgm:t>
    </dgm:pt>
    <dgm:pt modelId="{353698C4-57F9-4708-A514-9E23AC06CDC7}" type="sibTrans" cxnId="{AE05B942-1795-44D7-9718-8EF40F035EFF}">
      <dgm:prSet/>
      <dgm:spPr/>
      <dgm:t>
        <a:bodyPr/>
        <a:lstStyle/>
        <a:p>
          <a:endParaRPr lang="en-US" sz="3200"/>
        </a:p>
      </dgm:t>
    </dgm:pt>
    <dgm:pt modelId="{6A996C8D-CC18-4936-AB6D-CD43BD85FAB6}">
      <dgm:prSet custT="1"/>
      <dgm:spPr/>
      <dgm:t>
        <a:bodyPr/>
        <a:lstStyle/>
        <a:p>
          <a:r>
            <a:rPr lang="en-US" sz="3200"/>
            <a:t>Transcription factors</a:t>
          </a:r>
        </a:p>
      </dgm:t>
    </dgm:pt>
    <dgm:pt modelId="{EF0ED053-64DB-4AE3-A2E2-C5E9916547E6}" type="parTrans" cxnId="{85A4DCAD-137D-4D60-BBBB-350DFB700DCC}">
      <dgm:prSet/>
      <dgm:spPr/>
      <dgm:t>
        <a:bodyPr/>
        <a:lstStyle/>
        <a:p>
          <a:endParaRPr lang="en-US" sz="3200"/>
        </a:p>
      </dgm:t>
    </dgm:pt>
    <dgm:pt modelId="{92EB1897-C58C-4DF0-9367-10FD6B28F9DF}" type="sibTrans" cxnId="{85A4DCAD-137D-4D60-BBBB-350DFB700DCC}">
      <dgm:prSet/>
      <dgm:spPr/>
      <dgm:t>
        <a:bodyPr/>
        <a:lstStyle/>
        <a:p>
          <a:endParaRPr lang="en-US" sz="3200"/>
        </a:p>
      </dgm:t>
    </dgm:pt>
    <dgm:pt modelId="{5399B522-3D99-4C48-BF9E-60D52C575BF6}">
      <dgm:prSet custT="1"/>
      <dgm:spPr/>
      <dgm:t>
        <a:bodyPr/>
        <a:lstStyle/>
        <a:p>
          <a:r>
            <a:rPr lang="en-US" sz="3200" dirty="0"/>
            <a:t>Protein and/or gene changes</a:t>
          </a:r>
        </a:p>
      </dgm:t>
    </dgm:pt>
    <dgm:pt modelId="{32379368-815B-4C8C-9BD1-71E513262022}" type="parTrans" cxnId="{E1040940-561F-409C-B74B-74AF748EC634}">
      <dgm:prSet/>
      <dgm:spPr/>
      <dgm:t>
        <a:bodyPr/>
        <a:lstStyle/>
        <a:p>
          <a:endParaRPr lang="en-US" sz="3200"/>
        </a:p>
      </dgm:t>
    </dgm:pt>
    <dgm:pt modelId="{619DED24-F600-42F9-B1D0-CB2D2E7673C8}" type="sibTrans" cxnId="{E1040940-561F-409C-B74B-74AF748EC634}">
      <dgm:prSet/>
      <dgm:spPr/>
      <dgm:t>
        <a:bodyPr/>
        <a:lstStyle/>
        <a:p>
          <a:endParaRPr lang="en-US" sz="3200"/>
        </a:p>
      </dgm:t>
    </dgm:pt>
    <dgm:pt modelId="{CECB0C7A-BBCD-4A04-89C0-1C2AAF1BBF63}" type="pres">
      <dgm:prSet presAssocID="{5CEA3905-08FE-4AA8-BF10-F365FEB846C0}" presName="Name0" presStyleCnt="0">
        <dgm:presLayoutVars>
          <dgm:dir/>
          <dgm:animLvl val="lvl"/>
          <dgm:resizeHandles val="exact"/>
        </dgm:presLayoutVars>
      </dgm:prSet>
      <dgm:spPr/>
    </dgm:pt>
    <dgm:pt modelId="{4220726A-CF80-414C-A91B-15E0B6B8671F}" type="pres">
      <dgm:prSet presAssocID="{0CED37F0-9861-471E-A04A-A9D9B3902FDD}" presName="linNode" presStyleCnt="0"/>
      <dgm:spPr/>
    </dgm:pt>
    <dgm:pt modelId="{B02465F0-3115-4A99-B43D-47BD1B6D5515}" type="pres">
      <dgm:prSet presAssocID="{0CED37F0-9861-471E-A04A-A9D9B3902FDD}" presName="parentText" presStyleLbl="node1" presStyleIdx="0" presStyleCnt="7" custScaleX="252874" custScaleY="57321">
        <dgm:presLayoutVars>
          <dgm:chMax val="1"/>
          <dgm:bulletEnabled val="1"/>
        </dgm:presLayoutVars>
      </dgm:prSet>
      <dgm:spPr/>
    </dgm:pt>
    <dgm:pt modelId="{8C6D076F-7117-4D35-B7F2-589BFC38DA51}" type="pres">
      <dgm:prSet presAssocID="{217FCBA4-C9BC-4E87-8990-D65E6D60006F}" presName="sp" presStyleCnt="0"/>
      <dgm:spPr/>
    </dgm:pt>
    <dgm:pt modelId="{EBF25017-F5C1-4247-836C-016D0AB8EF4A}" type="pres">
      <dgm:prSet presAssocID="{177E5091-B430-4666-A672-38074F788E89}" presName="linNode" presStyleCnt="0"/>
      <dgm:spPr/>
    </dgm:pt>
    <dgm:pt modelId="{FA687856-16AF-4C20-806A-FEAB7BE5312B}" type="pres">
      <dgm:prSet presAssocID="{177E5091-B430-4666-A672-38074F788E89}" presName="parentText" presStyleLbl="node1" presStyleIdx="1" presStyleCnt="7" custScaleX="252874" custScaleY="57321">
        <dgm:presLayoutVars>
          <dgm:chMax val="1"/>
          <dgm:bulletEnabled val="1"/>
        </dgm:presLayoutVars>
      </dgm:prSet>
      <dgm:spPr/>
    </dgm:pt>
    <dgm:pt modelId="{5406CF35-0DFD-4DA8-BEA5-F99C3AA4CF65}" type="pres">
      <dgm:prSet presAssocID="{01750095-930E-4A30-849D-3AD95A6C7C38}" presName="sp" presStyleCnt="0"/>
      <dgm:spPr/>
    </dgm:pt>
    <dgm:pt modelId="{915B9F6E-7C6D-4ABE-B6F8-105712B3783F}" type="pres">
      <dgm:prSet presAssocID="{F58FB646-6598-484E-82EC-D9B070D31943}" presName="linNode" presStyleCnt="0"/>
      <dgm:spPr/>
    </dgm:pt>
    <dgm:pt modelId="{627C843C-6290-4504-B16C-CC10DB7C8E04}" type="pres">
      <dgm:prSet presAssocID="{F58FB646-6598-484E-82EC-D9B070D31943}" presName="parentText" presStyleLbl="node1" presStyleIdx="2" presStyleCnt="7" custScaleX="252874" custScaleY="57321">
        <dgm:presLayoutVars>
          <dgm:chMax val="1"/>
          <dgm:bulletEnabled val="1"/>
        </dgm:presLayoutVars>
      </dgm:prSet>
      <dgm:spPr/>
    </dgm:pt>
    <dgm:pt modelId="{E3D6AF0D-CBE1-435F-9488-C43EE87B4035}" type="pres">
      <dgm:prSet presAssocID="{1A43D148-71A2-493B-ADC0-B6E8811F3740}" presName="sp" presStyleCnt="0"/>
      <dgm:spPr/>
    </dgm:pt>
    <dgm:pt modelId="{21287CC8-6225-474C-A27C-E2AE526FB122}" type="pres">
      <dgm:prSet presAssocID="{17E2AE22-8665-4653-BC4B-1F1D880A06BF}" presName="linNode" presStyleCnt="0"/>
      <dgm:spPr/>
    </dgm:pt>
    <dgm:pt modelId="{393766C9-4A16-4F83-8A60-9A8E6E3EFC76}" type="pres">
      <dgm:prSet presAssocID="{17E2AE22-8665-4653-BC4B-1F1D880A06BF}" presName="parentText" presStyleLbl="node1" presStyleIdx="3" presStyleCnt="7" custScaleX="252874" custScaleY="57321">
        <dgm:presLayoutVars>
          <dgm:chMax val="1"/>
          <dgm:bulletEnabled val="1"/>
        </dgm:presLayoutVars>
      </dgm:prSet>
      <dgm:spPr/>
    </dgm:pt>
    <dgm:pt modelId="{6C1FFD65-7285-4A65-B069-CA555BC3CF4F}" type="pres">
      <dgm:prSet presAssocID="{6DC1DE9A-558C-4C41-AAE2-55CEDF2F74CB}" presName="sp" presStyleCnt="0"/>
      <dgm:spPr/>
    </dgm:pt>
    <dgm:pt modelId="{0E014FBE-934C-45E3-B836-4DDB5116C2CD}" type="pres">
      <dgm:prSet presAssocID="{8495D5A5-3BEC-4CBA-A601-41D9886A27DA}" presName="linNode" presStyleCnt="0"/>
      <dgm:spPr/>
    </dgm:pt>
    <dgm:pt modelId="{18DC3BC9-5BDA-4BD5-ACB1-6C9869D7845A}" type="pres">
      <dgm:prSet presAssocID="{8495D5A5-3BEC-4CBA-A601-41D9886A27DA}" presName="parentText" presStyleLbl="node1" presStyleIdx="4" presStyleCnt="7" custScaleX="252874" custScaleY="78863">
        <dgm:presLayoutVars>
          <dgm:chMax val="1"/>
          <dgm:bulletEnabled val="1"/>
        </dgm:presLayoutVars>
      </dgm:prSet>
      <dgm:spPr/>
    </dgm:pt>
    <dgm:pt modelId="{5B848527-BA91-4385-92FF-25D6EA40964C}" type="pres">
      <dgm:prSet presAssocID="{353698C4-57F9-4708-A514-9E23AC06CDC7}" presName="sp" presStyleCnt="0"/>
      <dgm:spPr/>
    </dgm:pt>
    <dgm:pt modelId="{E2052605-CFEE-48CF-9635-B0FB97778051}" type="pres">
      <dgm:prSet presAssocID="{6A996C8D-CC18-4936-AB6D-CD43BD85FAB6}" presName="linNode" presStyleCnt="0"/>
      <dgm:spPr/>
    </dgm:pt>
    <dgm:pt modelId="{5E5344F9-82A8-4FC2-A16C-A884C803689D}" type="pres">
      <dgm:prSet presAssocID="{6A996C8D-CC18-4936-AB6D-CD43BD85FAB6}" presName="parentText" presStyleLbl="node1" presStyleIdx="5" presStyleCnt="7" custScaleX="252874" custScaleY="78863">
        <dgm:presLayoutVars>
          <dgm:chMax val="1"/>
          <dgm:bulletEnabled val="1"/>
        </dgm:presLayoutVars>
      </dgm:prSet>
      <dgm:spPr/>
    </dgm:pt>
    <dgm:pt modelId="{54C95AEB-1870-4ADC-AB8B-730EED33EBF0}" type="pres">
      <dgm:prSet presAssocID="{92EB1897-C58C-4DF0-9367-10FD6B28F9DF}" presName="sp" presStyleCnt="0"/>
      <dgm:spPr/>
    </dgm:pt>
    <dgm:pt modelId="{3E122FF1-9D30-4300-AAA3-1B2771654DDC}" type="pres">
      <dgm:prSet presAssocID="{5399B522-3D99-4C48-BF9E-60D52C575BF6}" presName="linNode" presStyleCnt="0"/>
      <dgm:spPr/>
    </dgm:pt>
    <dgm:pt modelId="{739BDB9D-E433-4E92-9E70-AD0F2A3708F3}" type="pres">
      <dgm:prSet presAssocID="{5399B522-3D99-4C48-BF9E-60D52C575BF6}" presName="parentText" presStyleLbl="node1" presStyleIdx="6" presStyleCnt="7" custScaleX="252874" custScaleY="78863">
        <dgm:presLayoutVars>
          <dgm:chMax val="1"/>
          <dgm:bulletEnabled val="1"/>
        </dgm:presLayoutVars>
      </dgm:prSet>
      <dgm:spPr/>
    </dgm:pt>
  </dgm:ptLst>
  <dgm:cxnLst>
    <dgm:cxn modelId="{6251C91B-376A-4BE4-9987-83B76CE86279}" srcId="{5CEA3905-08FE-4AA8-BF10-F365FEB846C0}" destId="{17E2AE22-8665-4653-BC4B-1F1D880A06BF}" srcOrd="3" destOrd="0" parTransId="{13F8449E-4560-4C9A-BDAF-94171DD3CF09}" sibTransId="{6DC1DE9A-558C-4C41-AAE2-55CEDF2F74CB}"/>
    <dgm:cxn modelId="{1AA4191C-6ADF-4997-9516-73575F011F25}" srcId="{5CEA3905-08FE-4AA8-BF10-F365FEB846C0}" destId="{177E5091-B430-4666-A672-38074F788E89}" srcOrd="1" destOrd="0" parTransId="{7D6927B0-C00C-4894-B216-33689EF56D04}" sibTransId="{01750095-930E-4A30-849D-3AD95A6C7C38}"/>
    <dgm:cxn modelId="{94134F1C-60D2-404A-B578-C37D0B8F52B0}" type="presOf" srcId="{177E5091-B430-4666-A672-38074F788E89}" destId="{FA687856-16AF-4C20-806A-FEAB7BE5312B}" srcOrd="0" destOrd="0" presId="urn:microsoft.com/office/officeart/2005/8/layout/vList5"/>
    <dgm:cxn modelId="{4A17693E-7D7F-4F4D-B0EF-3EF40A655553}" type="presOf" srcId="{5CEA3905-08FE-4AA8-BF10-F365FEB846C0}" destId="{CECB0C7A-BBCD-4A04-89C0-1C2AAF1BBF63}" srcOrd="0" destOrd="0" presId="urn:microsoft.com/office/officeart/2005/8/layout/vList5"/>
    <dgm:cxn modelId="{E3FF4C3F-5FE2-479C-92CD-096ED78D517D}" type="presOf" srcId="{17E2AE22-8665-4653-BC4B-1F1D880A06BF}" destId="{393766C9-4A16-4F83-8A60-9A8E6E3EFC76}" srcOrd="0" destOrd="0" presId="urn:microsoft.com/office/officeart/2005/8/layout/vList5"/>
    <dgm:cxn modelId="{E1040940-561F-409C-B74B-74AF748EC634}" srcId="{5CEA3905-08FE-4AA8-BF10-F365FEB846C0}" destId="{5399B522-3D99-4C48-BF9E-60D52C575BF6}" srcOrd="6" destOrd="0" parTransId="{32379368-815B-4C8C-9BD1-71E513262022}" sibTransId="{619DED24-F600-42F9-B1D0-CB2D2E7673C8}"/>
    <dgm:cxn modelId="{AE05B942-1795-44D7-9718-8EF40F035EFF}" srcId="{5CEA3905-08FE-4AA8-BF10-F365FEB846C0}" destId="{8495D5A5-3BEC-4CBA-A601-41D9886A27DA}" srcOrd="4" destOrd="0" parTransId="{34277EBF-74E1-4BFB-A591-227B56309EE6}" sibTransId="{353698C4-57F9-4708-A514-9E23AC06CDC7}"/>
    <dgm:cxn modelId="{C306BC82-01E7-4A45-B4B9-62F898D7C0AE}" type="presOf" srcId="{F58FB646-6598-484E-82EC-D9B070D31943}" destId="{627C843C-6290-4504-B16C-CC10DB7C8E04}" srcOrd="0" destOrd="0" presId="urn:microsoft.com/office/officeart/2005/8/layout/vList5"/>
    <dgm:cxn modelId="{AFA7D19A-0646-40E8-AEC8-27D91DE7C052}" type="presOf" srcId="{6A996C8D-CC18-4936-AB6D-CD43BD85FAB6}" destId="{5E5344F9-82A8-4FC2-A16C-A884C803689D}" srcOrd="0" destOrd="0" presId="urn:microsoft.com/office/officeart/2005/8/layout/vList5"/>
    <dgm:cxn modelId="{B91829AA-91F1-4D18-A32C-E3F499E76EE9}" type="presOf" srcId="{8495D5A5-3BEC-4CBA-A601-41D9886A27DA}" destId="{18DC3BC9-5BDA-4BD5-ACB1-6C9869D7845A}" srcOrd="0" destOrd="0" presId="urn:microsoft.com/office/officeart/2005/8/layout/vList5"/>
    <dgm:cxn modelId="{85A4DCAD-137D-4D60-BBBB-350DFB700DCC}" srcId="{5CEA3905-08FE-4AA8-BF10-F365FEB846C0}" destId="{6A996C8D-CC18-4936-AB6D-CD43BD85FAB6}" srcOrd="5" destOrd="0" parTransId="{EF0ED053-64DB-4AE3-A2E2-C5E9916547E6}" sibTransId="{92EB1897-C58C-4DF0-9367-10FD6B28F9DF}"/>
    <dgm:cxn modelId="{CA9661BE-1ABE-489C-9BDC-2FA386B1672D}" type="presOf" srcId="{5399B522-3D99-4C48-BF9E-60D52C575BF6}" destId="{739BDB9D-E433-4E92-9E70-AD0F2A3708F3}" srcOrd="0" destOrd="0" presId="urn:microsoft.com/office/officeart/2005/8/layout/vList5"/>
    <dgm:cxn modelId="{7D5B70CE-9F7E-4E23-847D-BF8167B74F5C}" type="presOf" srcId="{0CED37F0-9861-471E-A04A-A9D9B3902FDD}" destId="{B02465F0-3115-4A99-B43D-47BD1B6D5515}" srcOrd="0" destOrd="0" presId="urn:microsoft.com/office/officeart/2005/8/layout/vList5"/>
    <dgm:cxn modelId="{FD7BA9D2-BD09-4DDD-A2D0-06E4CC7B75EC}" srcId="{5CEA3905-08FE-4AA8-BF10-F365FEB846C0}" destId="{0CED37F0-9861-471E-A04A-A9D9B3902FDD}" srcOrd="0" destOrd="0" parTransId="{21A26BA0-B992-4D1D-9A78-553EFEDA12AF}" sibTransId="{217FCBA4-C9BC-4E87-8990-D65E6D60006F}"/>
    <dgm:cxn modelId="{A82C21F8-16FB-4FA7-9F9D-2FC54A0C9EE4}" srcId="{5CEA3905-08FE-4AA8-BF10-F365FEB846C0}" destId="{F58FB646-6598-484E-82EC-D9B070D31943}" srcOrd="2" destOrd="0" parTransId="{F475CB9D-2416-427D-9D59-36BF6469353D}" sibTransId="{1A43D148-71A2-493B-ADC0-B6E8811F3740}"/>
    <dgm:cxn modelId="{75C20072-403F-4C44-8288-D28193CC5CD2}" type="presParOf" srcId="{CECB0C7A-BBCD-4A04-89C0-1C2AAF1BBF63}" destId="{4220726A-CF80-414C-A91B-15E0B6B8671F}" srcOrd="0" destOrd="0" presId="urn:microsoft.com/office/officeart/2005/8/layout/vList5"/>
    <dgm:cxn modelId="{5DEECF62-4E9A-4E33-B712-5A9B45E59BE8}" type="presParOf" srcId="{4220726A-CF80-414C-A91B-15E0B6B8671F}" destId="{B02465F0-3115-4A99-B43D-47BD1B6D5515}" srcOrd="0" destOrd="0" presId="urn:microsoft.com/office/officeart/2005/8/layout/vList5"/>
    <dgm:cxn modelId="{194FCE75-911E-477A-B3D1-DDBA43F95A79}" type="presParOf" srcId="{CECB0C7A-BBCD-4A04-89C0-1C2AAF1BBF63}" destId="{8C6D076F-7117-4D35-B7F2-589BFC38DA51}" srcOrd="1" destOrd="0" presId="urn:microsoft.com/office/officeart/2005/8/layout/vList5"/>
    <dgm:cxn modelId="{452DF1BF-2C74-4109-933C-81368BF24E13}" type="presParOf" srcId="{CECB0C7A-BBCD-4A04-89C0-1C2AAF1BBF63}" destId="{EBF25017-F5C1-4247-836C-016D0AB8EF4A}" srcOrd="2" destOrd="0" presId="urn:microsoft.com/office/officeart/2005/8/layout/vList5"/>
    <dgm:cxn modelId="{75C745AB-A25D-43B9-B196-5E24FD192A78}" type="presParOf" srcId="{EBF25017-F5C1-4247-836C-016D0AB8EF4A}" destId="{FA687856-16AF-4C20-806A-FEAB7BE5312B}" srcOrd="0" destOrd="0" presId="urn:microsoft.com/office/officeart/2005/8/layout/vList5"/>
    <dgm:cxn modelId="{005CDEAA-DB81-47F9-935F-D571277F4488}" type="presParOf" srcId="{CECB0C7A-BBCD-4A04-89C0-1C2AAF1BBF63}" destId="{5406CF35-0DFD-4DA8-BEA5-F99C3AA4CF65}" srcOrd="3" destOrd="0" presId="urn:microsoft.com/office/officeart/2005/8/layout/vList5"/>
    <dgm:cxn modelId="{69F4A189-4A8E-4634-9194-393AFF54D338}" type="presParOf" srcId="{CECB0C7A-BBCD-4A04-89C0-1C2AAF1BBF63}" destId="{915B9F6E-7C6D-4ABE-B6F8-105712B3783F}" srcOrd="4" destOrd="0" presId="urn:microsoft.com/office/officeart/2005/8/layout/vList5"/>
    <dgm:cxn modelId="{8D58CE30-D915-4032-B653-2341ED9FD3FE}" type="presParOf" srcId="{915B9F6E-7C6D-4ABE-B6F8-105712B3783F}" destId="{627C843C-6290-4504-B16C-CC10DB7C8E04}" srcOrd="0" destOrd="0" presId="urn:microsoft.com/office/officeart/2005/8/layout/vList5"/>
    <dgm:cxn modelId="{69E2633D-8759-4E71-B1C6-B0E713258B7C}" type="presParOf" srcId="{CECB0C7A-BBCD-4A04-89C0-1C2AAF1BBF63}" destId="{E3D6AF0D-CBE1-435F-9488-C43EE87B4035}" srcOrd="5" destOrd="0" presId="urn:microsoft.com/office/officeart/2005/8/layout/vList5"/>
    <dgm:cxn modelId="{7DE4FE44-FB95-4D87-AC77-2E85362898AE}" type="presParOf" srcId="{CECB0C7A-BBCD-4A04-89C0-1C2AAF1BBF63}" destId="{21287CC8-6225-474C-A27C-E2AE526FB122}" srcOrd="6" destOrd="0" presId="urn:microsoft.com/office/officeart/2005/8/layout/vList5"/>
    <dgm:cxn modelId="{3C52E76E-1C39-4D89-9E83-B7F80B234C34}" type="presParOf" srcId="{21287CC8-6225-474C-A27C-E2AE526FB122}" destId="{393766C9-4A16-4F83-8A60-9A8E6E3EFC76}" srcOrd="0" destOrd="0" presId="urn:microsoft.com/office/officeart/2005/8/layout/vList5"/>
    <dgm:cxn modelId="{8B5575F2-4722-42C9-89EF-533F3D2A70DA}" type="presParOf" srcId="{CECB0C7A-BBCD-4A04-89C0-1C2AAF1BBF63}" destId="{6C1FFD65-7285-4A65-B069-CA555BC3CF4F}" srcOrd="7" destOrd="0" presId="urn:microsoft.com/office/officeart/2005/8/layout/vList5"/>
    <dgm:cxn modelId="{0CEFB63D-2EF7-48A3-944E-F6F3DB1E1948}" type="presParOf" srcId="{CECB0C7A-BBCD-4A04-89C0-1C2AAF1BBF63}" destId="{0E014FBE-934C-45E3-B836-4DDB5116C2CD}" srcOrd="8" destOrd="0" presId="urn:microsoft.com/office/officeart/2005/8/layout/vList5"/>
    <dgm:cxn modelId="{25D67A2F-B6D2-4D2C-92F9-B67D85ED937B}" type="presParOf" srcId="{0E014FBE-934C-45E3-B836-4DDB5116C2CD}" destId="{18DC3BC9-5BDA-4BD5-ACB1-6C9869D7845A}" srcOrd="0" destOrd="0" presId="urn:microsoft.com/office/officeart/2005/8/layout/vList5"/>
    <dgm:cxn modelId="{E422E595-3D20-4DFD-BCA0-EF779D564370}" type="presParOf" srcId="{CECB0C7A-BBCD-4A04-89C0-1C2AAF1BBF63}" destId="{5B848527-BA91-4385-92FF-25D6EA40964C}" srcOrd="9" destOrd="0" presId="urn:microsoft.com/office/officeart/2005/8/layout/vList5"/>
    <dgm:cxn modelId="{243DD140-520B-42D0-8057-2C91B2ECA38F}" type="presParOf" srcId="{CECB0C7A-BBCD-4A04-89C0-1C2AAF1BBF63}" destId="{E2052605-CFEE-48CF-9635-B0FB97778051}" srcOrd="10" destOrd="0" presId="urn:microsoft.com/office/officeart/2005/8/layout/vList5"/>
    <dgm:cxn modelId="{A3D81BB7-7903-48E5-AC1E-2038DDA68C0B}" type="presParOf" srcId="{E2052605-CFEE-48CF-9635-B0FB97778051}" destId="{5E5344F9-82A8-4FC2-A16C-A884C803689D}" srcOrd="0" destOrd="0" presId="urn:microsoft.com/office/officeart/2005/8/layout/vList5"/>
    <dgm:cxn modelId="{16A09DC5-C644-41D0-A3AC-0BB45156DBB9}" type="presParOf" srcId="{CECB0C7A-BBCD-4A04-89C0-1C2AAF1BBF63}" destId="{54C95AEB-1870-4ADC-AB8B-730EED33EBF0}" srcOrd="11" destOrd="0" presId="urn:microsoft.com/office/officeart/2005/8/layout/vList5"/>
    <dgm:cxn modelId="{7186F9CF-46F7-40E8-BB1A-0535323BB12E}" type="presParOf" srcId="{CECB0C7A-BBCD-4A04-89C0-1C2AAF1BBF63}" destId="{3E122FF1-9D30-4300-AAA3-1B2771654DDC}" srcOrd="12" destOrd="0" presId="urn:microsoft.com/office/officeart/2005/8/layout/vList5"/>
    <dgm:cxn modelId="{55A4BB03-37BB-447C-AF69-FB6447264BFB}" type="presParOf" srcId="{3E122FF1-9D30-4300-AAA3-1B2771654DDC}" destId="{739BDB9D-E433-4E92-9E70-AD0F2A3708F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EA3905-08FE-4AA8-BF10-F365FEB846C0}" type="doc">
      <dgm:prSet loTypeId="urn:microsoft.com/office/officeart/2005/8/layout/vList5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0CED37F0-9861-471E-A04A-A9D9B3902FDD}">
      <dgm:prSet custT="1"/>
      <dgm:spPr/>
      <dgm:t>
        <a:bodyPr/>
        <a:lstStyle/>
        <a:p>
          <a:r>
            <a:rPr lang="en-US" sz="3200" dirty="0"/>
            <a:t>Receptors</a:t>
          </a:r>
        </a:p>
      </dgm:t>
    </dgm:pt>
    <dgm:pt modelId="{21A26BA0-B992-4D1D-9A78-553EFEDA12AF}" type="parTrans" cxnId="{FD7BA9D2-BD09-4DDD-A2D0-06E4CC7B75EC}">
      <dgm:prSet/>
      <dgm:spPr/>
      <dgm:t>
        <a:bodyPr/>
        <a:lstStyle/>
        <a:p>
          <a:endParaRPr lang="en-US" sz="3200"/>
        </a:p>
      </dgm:t>
    </dgm:pt>
    <dgm:pt modelId="{217FCBA4-C9BC-4E87-8990-D65E6D60006F}" type="sibTrans" cxnId="{FD7BA9D2-BD09-4DDD-A2D0-06E4CC7B75EC}">
      <dgm:prSet/>
      <dgm:spPr/>
      <dgm:t>
        <a:bodyPr/>
        <a:lstStyle/>
        <a:p>
          <a:endParaRPr lang="en-US" sz="3200"/>
        </a:p>
      </dgm:t>
    </dgm:pt>
    <dgm:pt modelId="{177E5091-B430-4666-A672-38074F788E89}">
      <dgm:prSet custT="1"/>
      <dgm:spPr/>
      <dgm:t>
        <a:bodyPr/>
        <a:lstStyle/>
        <a:p>
          <a:r>
            <a:rPr lang="en-US" sz="3200" dirty="0"/>
            <a:t>G proteins</a:t>
          </a:r>
        </a:p>
      </dgm:t>
    </dgm:pt>
    <dgm:pt modelId="{7D6927B0-C00C-4894-B216-33689EF56D04}" type="parTrans" cxnId="{1AA4191C-6ADF-4997-9516-73575F011F25}">
      <dgm:prSet/>
      <dgm:spPr/>
      <dgm:t>
        <a:bodyPr/>
        <a:lstStyle/>
        <a:p>
          <a:endParaRPr lang="en-US" sz="3200"/>
        </a:p>
      </dgm:t>
    </dgm:pt>
    <dgm:pt modelId="{01750095-930E-4A30-849D-3AD95A6C7C38}" type="sibTrans" cxnId="{1AA4191C-6ADF-4997-9516-73575F011F25}">
      <dgm:prSet/>
      <dgm:spPr/>
      <dgm:t>
        <a:bodyPr/>
        <a:lstStyle/>
        <a:p>
          <a:endParaRPr lang="en-US" sz="3200"/>
        </a:p>
      </dgm:t>
    </dgm:pt>
    <dgm:pt modelId="{F58FB646-6598-484E-82EC-D9B070D31943}">
      <dgm:prSet custT="1"/>
      <dgm:spPr/>
      <dgm:t>
        <a:bodyPr/>
        <a:lstStyle/>
        <a:p>
          <a:r>
            <a:rPr lang="en-US" sz="3200" dirty="0"/>
            <a:t>Effectors</a:t>
          </a:r>
        </a:p>
      </dgm:t>
    </dgm:pt>
    <dgm:pt modelId="{F475CB9D-2416-427D-9D59-36BF6469353D}" type="parTrans" cxnId="{A82C21F8-16FB-4FA7-9F9D-2FC54A0C9EE4}">
      <dgm:prSet/>
      <dgm:spPr/>
      <dgm:t>
        <a:bodyPr/>
        <a:lstStyle/>
        <a:p>
          <a:endParaRPr lang="en-US" sz="3200"/>
        </a:p>
      </dgm:t>
    </dgm:pt>
    <dgm:pt modelId="{1A43D148-71A2-493B-ADC0-B6E8811F3740}" type="sibTrans" cxnId="{A82C21F8-16FB-4FA7-9F9D-2FC54A0C9EE4}">
      <dgm:prSet/>
      <dgm:spPr/>
      <dgm:t>
        <a:bodyPr/>
        <a:lstStyle/>
        <a:p>
          <a:endParaRPr lang="en-US" sz="3200"/>
        </a:p>
      </dgm:t>
    </dgm:pt>
    <dgm:pt modelId="{17E2AE22-8665-4653-BC4B-1F1D880A06BF}">
      <dgm:prSet custT="1"/>
      <dgm:spPr/>
      <dgm:t>
        <a:bodyPr/>
        <a:lstStyle/>
        <a:p>
          <a:r>
            <a:rPr lang="en-US" sz="3200" dirty="0"/>
            <a:t>2nd messengers</a:t>
          </a:r>
        </a:p>
      </dgm:t>
    </dgm:pt>
    <dgm:pt modelId="{13F8449E-4560-4C9A-BDAF-94171DD3CF09}" type="parTrans" cxnId="{6251C91B-376A-4BE4-9987-83B76CE86279}">
      <dgm:prSet/>
      <dgm:spPr/>
      <dgm:t>
        <a:bodyPr/>
        <a:lstStyle/>
        <a:p>
          <a:endParaRPr lang="en-US" sz="3200"/>
        </a:p>
      </dgm:t>
    </dgm:pt>
    <dgm:pt modelId="{6DC1DE9A-558C-4C41-AAE2-55CEDF2F74CB}" type="sibTrans" cxnId="{6251C91B-376A-4BE4-9987-83B76CE86279}">
      <dgm:prSet/>
      <dgm:spPr/>
      <dgm:t>
        <a:bodyPr/>
        <a:lstStyle/>
        <a:p>
          <a:endParaRPr lang="en-US" sz="3200"/>
        </a:p>
      </dgm:t>
    </dgm:pt>
    <dgm:pt modelId="{8495D5A5-3BEC-4CBA-A601-41D9886A27DA}">
      <dgm:prSet custT="1"/>
      <dgm:spPr/>
      <dgm:t>
        <a:bodyPr/>
        <a:lstStyle/>
        <a:p>
          <a:r>
            <a:rPr lang="en-US" sz="3200" dirty="0"/>
            <a:t>Late effectors</a:t>
          </a:r>
        </a:p>
      </dgm:t>
    </dgm:pt>
    <dgm:pt modelId="{34277EBF-74E1-4BFB-A591-227B56309EE6}" type="parTrans" cxnId="{AE05B942-1795-44D7-9718-8EF40F035EFF}">
      <dgm:prSet/>
      <dgm:spPr/>
      <dgm:t>
        <a:bodyPr/>
        <a:lstStyle/>
        <a:p>
          <a:endParaRPr lang="en-US" sz="3200"/>
        </a:p>
      </dgm:t>
    </dgm:pt>
    <dgm:pt modelId="{353698C4-57F9-4708-A514-9E23AC06CDC7}" type="sibTrans" cxnId="{AE05B942-1795-44D7-9718-8EF40F035EFF}">
      <dgm:prSet/>
      <dgm:spPr/>
      <dgm:t>
        <a:bodyPr/>
        <a:lstStyle/>
        <a:p>
          <a:endParaRPr lang="en-US" sz="3200"/>
        </a:p>
      </dgm:t>
    </dgm:pt>
    <dgm:pt modelId="{4AA98153-3B2B-42FA-983A-4733AF057A10}">
      <dgm:prSet custT="1"/>
      <dgm:spPr/>
      <dgm:t>
        <a:bodyPr/>
        <a:lstStyle/>
        <a:p>
          <a:r>
            <a:rPr lang="en-US" sz="3200" dirty="0"/>
            <a:t>IN releases 5-HT onto (presynaptic) S, activates 5-HT receptor</a:t>
          </a:r>
        </a:p>
      </dgm:t>
    </dgm:pt>
    <dgm:pt modelId="{B4FC7D70-17B5-4581-9D64-41BA857392F9}" type="parTrans" cxnId="{A4538B77-F69C-4716-AB5D-7A889F199B32}">
      <dgm:prSet/>
      <dgm:spPr/>
      <dgm:t>
        <a:bodyPr/>
        <a:lstStyle/>
        <a:p>
          <a:endParaRPr lang="en-US" sz="3200"/>
        </a:p>
      </dgm:t>
    </dgm:pt>
    <dgm:pt modelId="{92A0E0C0-F09C-41C4-B2DF-FC8D45E3B19D}" type="sibTrans" cxnId="{A4538B77-F69C-4716-AB5D-7A889F199B32}">
      <dgm:prSet/>
      <dgm:spPr/>
      <dgm:t>
        <a:bodyPr/>
        <a:lstStyle/>
        <a:p>
          <a:endParaRPr lang="en-US" sz="3200"/>
        </a:p>
      </dgm:t>
    </dgm:pt>
    <dgm:pt modelId="{DA6C4760-9895-4007-B6D9-D0CE4B335198}">
      <dgm:prSet custT="1"/>
      <dgm:spPr/>
      <dgm:t>
        <a:bodyPr/>
        <a:lstStyle/>
        <a:p>
          <a:r>
            <a:rPr lang="en-US" sz="3200" dirty="0"/>
            <a:t>5-HT-R is G protein coupled to AC</a:t>
          </a:r>
        </a:p>
      </dgm:t>
    </dgm:pt>
    <dgm:pt modelId="{2A868DC6-8D9E-4145-A45C-5752FF9F0F3A}" type="parTrans" cxnId="{E73D8F9B-87CD-41FF-93E8-E591FFC526C3}">
      <dgm:prSet/>
      <dgm:spPr/>
      <dgm:t>
        <a:bodyPr/>
        <a:lstStyle/>
        <a:p>
          <a:endParaRPr lang="en-US" sz="3200"/>
        </a:p>
      </dgm:t>
    </dgm:pt>
    <dgm:pt modelId="{F4C2CF5D-90DC-4C52-B732-1806CCB71C3C}" type="sibTrans" cxnId="{E73D8F9B-87CD-41FF-93E8-E591FFC526C3}">
      <dgm:prSet/>
      <dgm:spPr/>
      <dgm:t>
        <a:bodyPr/>
        <a:lstStyle/>
        <a:p>
          <a:endParaRPr lang="en-US" sz="3200"/>
        </a:p>
      </dgm:t>
    </dgm:pt>
    <dgm:pt modelId="{E90A2A75-88FB-494B-9151-948A4AA3699D}">
      <dgm:prSet custT="1"/>
      <dgm:spPr/>
      <dgm:t>
        <a:bodyPr/>
        <a:lstStyle/>
        <a:p>
          <a:r>
            <a:rPr lang="en-US" sz="3200" dirty="0"/>
            <a:t>cAMP levels increase</a:t>
          </a:r>
        </a:p>
      </dgm:t>
    </dgm:pt>
    <dgm:pt modelId="{3995DB15-AA04-46D5-BBAD-BEF214EA84C7}" type="parTrans" cxnId="{7B3611AF-82BE-4552-B7BC-AC63493F7325}">
      <dgm:prSet/>
      <dgm:spPr/>
      <dgm:t>
        <a:bodyPr/>
        <a:lstStyle/>
        <a:p>
          <a:endParaRPr lang="en-US" sz="3200"/>
        </a:p>
      </dgm:t>
    </dgm:pt>
    <dgm:pt modelId="{F7B17435-EDB4-4E99-B0F8-F42596CAE7CD}" type="sibTrans" cxnId="{7B3611AF-82BE-4552-B7BC-AC63493F7325}">
      <dgm:prSet/>
      <dgm:spPr/>
      <dgm:t>
        <a:bodyPr/>
        <a:lstStyle/>
        <a:p>
          <a:endParaRPr lang="en-US" sz="3200"/>
        </a:p>
      </dgm:t>
    </dgm:pt>
    <dgm:pt modelId="{13502588-E689-4B8B-947D-3836E7EDBB26}">
      <dgm:prSet custT="1"/>
      <dgm:spPr/>
      <dgm:t>
        <a:bodyPr/>
        <a:lstStyle/>
        <a:p>
          <a:r>
            <a:rPr lang="en-US" sz="3200" dirty="0"/>
            <a:t>AC is converts ATP to cAMP</a:t>
          </a:r>
        </a:p>
      </dgm:t>
    </dgm:pt>
    <dgm:pt modelId="{4B048A8C-069E-4C4E-B322-CB34A44119DC}" type="parTrans" cxnId="{1A4200F2-F07E-40E3-976C-7BB31B24E580}">
      <dgm:prSet/>
      <dgm:spPr/>
      <dgm:t>
        <a:bodyPr/>
        <a:lstStyle/>
        <a:p>
          <a:endParaRPr lang="en-US" sz="3200"/>
        </a:p>
      </dgm:t>
    </dgm:pt>
    <dgm:pt modelId="{EA53CA77-062E-4DA7-ABE7-2D537EB1A1C3}" type="sibTrans" cxnId="{1A4200F2-F07E-40E3-976C-7BB31B24E580}">
      <dgm:prSet/>
      <dgm:spPr/>
      <dgm:t>
        <a:bodyPr/>
        <a:lstStyle/>
        <a:p>
          <a:endParaRPr lang="en-US" sz="3200"/>
        </a:p>
      </dgm:t>
    </dgm:pt>
    <dgm:pt modelId="{002CD1DD-7E2D-478C-93BF-7FFB00A79335}">
      <dgm:prSet custT="1"/>
      <dgm:spPr/>
      <dgm:t>
        <a:bodyPr/>
        <a:lstStyle/>
        <a:p>
          <a:r>
            <a:rPr lang="en-US" sz="3200" dirty="0"/>
            <a:t>cAMP binds PKA R-subunits, which activate PKA C-subunits</a:t>
          </a:r>
        </a:p>
      </dgm:t>
    </dgm:pt>
    <dgm:pt modelId="{27AF49D6-1D59-4703-8CD1-D7C349475CF0}" type="parTrans" cxnId="{643B3808-992B-4491-B3E8-45AA00FDF761}">
      <dgm:prSet/>
      <dgm:spPr/>
      <dgm:t>
        <a:bodyPr/>
        <a:lstStyle/>
        <a:p>
          <a:endParaRPr lang="en-US" sz="3200"/>
        </a:p>
      </dgm:t>
    </dgm:pt>
    <dgm:pt modelId="{BF51C4BE-8AB6-4A13-944B-2734F47B03C9}" type="sibTrans" cxnId="{643B3808-992B-4491-B3E8-45AA00FDF761}">
      <dgm:prSet/>
      <dgm:spPr/>
      <dgm:t>
        <a:bodyPr/>
        <a:lstStyle/>
        <a:p>
          <a:endParaRPr lang="en-US" sz="3200"/>
        </a:p>
      </dgm:t>
    </dgm:pt>
    <dgm:pt modelId="{A9A84712-F2E9-4DCA-B213-167169F53D54}">
      <dgm:prSet custT="1"/>
      <dgm:spPr/>
      <dgm:t>
        <a:bodyPr/>
        <a:lstStyle/>
        <a:p>
          <a:r>
            <a:rPr lang="en-US" sz="3200" dirty="0"/>
            <a:t>PKA phosphorylates K</a:t>
          </a:r>
          <a:r>
            <a:rPr lang="en-US" sz="3200" baseline="30000" dirty="0"/>
            <a:t>+</a:t>
          </a:r>
          <a:r>
            <a:rPr lang="en-US" sz="3200" dirty="0"/>
            <a:t> &amp; Ca</a:t>
          </a:r>
          <a:r>
            <a:rPr lang="en-US" sz="3200" baseline="30000" dirty="0"/>
            <a:t>2+</a:t>
          </a:r>
          <a:r>
            <a:rPr lang="en-US" sz="3200" dirty="0"/>
            <a:t> channels</a:t>
          </a:r>
        </a:p>
      </dgm:t>
    </dgm:pt>
    <dgm:pt modelId="{807DFCDC-B934-43DC-8AAD-277B2F557CF7}" type="parTrans" cxnId="{D8999E17-6838-4365-9984-6E027893F25F}">
      <dgm:prSet/>
      <dgm:spPr/>
      <dgm:t>
        <a:bodyPr/>
        <a:lstStyle/>
        <a:p>
          <a:endParaRPr lang="en-US" sz="3200"/>
        </a:p>
      </dgm:t>
    </dgm:pt>
    <dgm:pt modelId="{AED8CCE0-AC0D-4CE9-BC1C-44CDACF499C8}" type="sibTrans" cxnId="{D8999E17-6838-4365-9984-6E027893F25F}">
      <dgm:prSet/>
      <dgm:spPr/>
      <dgm:t>
        <a:bodyPr/>
        <a:lstStyle/>
        <a:p>
          <a:endParaRPr lang="en-US" sz="3200"/>
        </a:p>
      </dgm:t>
    </dgm:pt>
    <dgm:pt modelId="{C597FAE3-D908-45D4-8B0A-EC8BA2DDEC8A}">
      <dgm:prSet custT="1"/>
      <dgm:spPr/>
      <dgm:t>
        <a:bodyPr/>
        <a:lstStyle/>
        <a:p>
          <a:pPr algn="l"/>
          <a:r>
            <a:rPr lang="en-US" sz="3200" b="1" dirty="0"/>
            <a:t>RESULT: Transmitter release from sensory neuron is increased, causing greater EPSP in motor neuron</a:t>
          </a:r>
        </a:p>
      </dgm:t>
    </dgm:pt>
    <dgm:pt modelId="{A15DDFB6-7BE4-48EA-9DD0-F200446F423F}" type="parTrans" cxnId="{CE9AD206-CE2D-429E-8180-28E6C3A9901C}">
      <dgm:prSet/>
      <dgm:spPr/>
      <dgm:t>
        <a:bodyPr/>
        <a:lstStyle/>
        <a:p>
          <a:endParaRPr lang="en-US" sz="3200"/>
        </a:p>
      </dgm:t>
    </dgm:pt>
    <dgm:pt modelId="{ED2E9423-F59E-48DF-8854-A62CC2166E91}" type="sibTrans" cxnId="{CE9AD206-CE2D-429E-8180-28E6C3A9901C}">
      <dgm:prSet/>
      <dgm:spPr/>
      <dgm:t>
        <a:bodyPr/>
        <a:lstStyle/>
        <a:p>
          <a:endParaRPr lang="en-US" sz="3200"/>
        </a:p>
      </dgm:t>
    </dgm:pt>
    <dgm:pt modelId="{315AA19F-1967-46E3-B212-525568702E16}">
      <dgm:prSet custT="1"/>
      <dgm:spPr/>
      <dgm:t>
        <a:bodyPr/>
        <a:lstStyle/>
        <a:p>
          <a:r>
            <a:rPr lang="en-US" sz="3200" dirty="0"/>
            <a:t>Changes in protein function</a:t>
          </a:r>
        </a:p>
      </dgm:t>
    </dgm:pt>
    <dgm:pt modelId="{EDC36D64-D99F-4FB6-97C1-8B13F7EB1AF8}" type="parTrans" cxnId="{0616A062-ED6D-4DAB-938F-2B5A8FEBFD36}">
      <dgm:prSet/>
      <dgm:spPr/>
      <dgm:t>
        <a:bodyPr/>
        <a:lstStyle/>
        <a:p>
          <a:endParaRPr lang="en-US" sz="3200"/>
        </a:p>
      </dgm:t>
    </dgm:pt>
    <dgm:pt modelId="{5522236E-B624-4D63-929D-485B62C2A246}" type="sibTrans" cxnId="{0616A062-ED6D-4DAB-938F-2B5A8FEBFD36}">
      <dgm:prSet/>
      <dgm:spPr/>
      <dgm:t>
        <a:bodyPr/>
        <a:lstStyle/>
        <a:p>
          <a:endParaRPr lang="en-US" sz="3200"/>
        </a:p>
      </dgm:t>
    </dgm:pt>
    <dgm:pt modelId="{CECB0C7A-BBCD-4A04-89C0-1C2AAF1BBF63}" type="pres">
      <dgm:prSet presAssocID="{5CEA3905-08FE-4AA8-BF10-F365FEB846C0}" presName="Name0" presStyleCnt="0">
        <dgm:presLayoutVars>
          <dgm:dir/>
          <dgm:animLvl val="lvl"/>
          <dgm:resizeHandles val="exact"/>
        </dgm:presLayoutVars>
      </dgm:prSet>
      <dgm:spPr/>
    </dgm:pt>
    <dgm:pt modelId="{4220726A-CF80-414C-A91B-15E0B6B8671F}" type="pres">
      <dgm:prSet presAssocID="{0CED37F0-9861-471E-A04A-A9D9B3902FDD}" presName="linNode" presStyleCnt="0"/>
      <dgm:spPr/>
    </dgm:pt>
    <dgm:pt modelId="{B02465F0-3115-4A99-B43D-47BD1B6D5515}" type="pres">
      <dgm:prSet presAssocID="{0CED37F0-9861-471E-A04A-A9D9B3902FDD}" presName="parentText" presStyleLbl="node1" presStyleIdx="0" presStyleCnt="7" custScaleX="80610" custLinFactNeighborX="-31005">
        <dgm:presLayoutVars>
          <dgm:chMax val="1"/>
          <dgm:bulletEnabled val="1"/>
        </dgm:presLayoutVars>
      </dgm:prSet>
      <dgm:spPr/>
    </dgm:pt>
    <dgm:pt modelId="{36676FDF-B8D6-44C5-A68E-F4535BCA90A1}" type="pres">
      <dgm:prSet presAssocID="{0CED37F0-9861-471E-A04A-A9D9B3902FDD}" presName="descendantText" presStyleLbl="alignAccFollowNode1" presStyleIdx="0" presStyleCnt="6" custScaleX="111034" custScaleY="118217">
        <dgm:presLayoutVars>
          <dgm:bulletEnabled val="1"/>
        </dgm:presLayoutVars>
      </dgm:prSet>
      <dgm:spPr/>
    </dgm:pt>
    <dgm:pt modelId="{8C6D076F-7117-4D35-B7F2-589BFC38DA51}" type="pres">
      <dgm:prSet presAssocID="{217FCBA4-C9BC-4E87-8990-D65E6D60006F}" presName="sp" presStyleCnt="0"/>
      <dgm:spPr/>
    </dgm:pt>
    <dgm:pt modelId="{EBF25017-F5C1-4247-836C-016D0AB8EF4A}" type="pres">
      <dgm:prSet presAssocID="{177E5091-B430-4666-A672-38074F788E89}" presName="linNode" presStyleCnt="0"/>
      <dgm:spPr/>
    </dgm:pt>
    <dgm:pt modelId="{FA687856-16AF-4C20-806A-FEAB7BE5312B}" type="pres">
      <dgm:prSet presAssocID="{177E5091-B430-4666-A672-38074F788E89}" presName="parentText" presStyleLbl="node1" presStyleIdx="1" presStyleCnt="7" custScaleX="80610" custLinFactNeighborX="-31005">
        <dgm:presLayoutVars>
          <dgm:chMax val="1"/>
          <dgm:bulletEnabled val="1"/>
        </dgm:presLayoutVars>
      </dgm:prSet>
      <dgm:spPr/>
    </dgm:pt>
    <dgm:pt modelId="{2B7532AB-1F87-4BE2-90BA-274E51F130D5}" type="pres">
      <dgm:prSet presAssocID="{177E5091-B430-4666-A672-38074F788E89}" presName="descendantText" presStyleLbl="alignAccFollowNode1" presStyleIdx="1" presStyleCnt="6" custScaleX="110231">
        <dgm:presLayoutVars>
          <dgm:bulletEnabled val="1"/>
        </dgm:presLayoutVars>
      </dgm:prSet>
      <dgm:spPr/>
    </dgm:pt>
    <dgm:pt modelId="{5406CF35-0DFD-4DA8-BEA5-F99C3AA4CF65}" type="pres">
      <dgm:prSet presAssocID="{01750095-930E-4A30-849D-3AD95A6C7C38}" presName="sp" presStyleCnt="0"/>
      <dgm:spPr/>
    </dgm:pt>
    <dgm:pt modelId="{915B9F6E-7C6D-4ABE-B6F8-105712B3783F}" type="pres">
      <dgm:prSet presAssocID="{F58FB646-6598-484E-82EC-D9B070D31943}" presName="linNode" presStyleCnt="0"/>
      <dgm:spPr/>
    </dgm:pt>
    <dgm:pt modelId="{627C843C-6290-4504-B16C-CC10DB7C8E04}" type="pres">
      <dgm:prSet presAssocID="{F58FB646-6598-484E-82EC-D9B070D31943}" presName="parentText" presStyleLbl="node1" presStyleIdx="2" presStyleCnt="7" custScaleX="80610" custLinFactNeighborX="-31005">
        <dgm:presLayoutVars>
          <dgm:chMax val="1"/>
          <dgm:bulletEnabled val="1"/>
        </dgm:presLayoutVars>
      </dgm:prSet>
      <dgm:spPr/>
    </dgm:pt>
    <dgm:pt modelId="{2900F4B0-EEDC-4364-9487-6FC106BADD97}" type="pres">
      <dgm:prSet presAssocID="{F58FB646-6598-484E-82EC-D9B070D31943}" presName="descendantText" presStyleLbl="alignAccFollowNode1" presStyleIdx="2" presStyleCnt="6" custScaleX="110231">
        <dgm:presLayoutVars>
          <dgm:bulletEnabled val="1"/>
        </dgm:presLayoutVars>
      </dgm:prSet>
      <dgm:spPr/>
    </dgm:pt>
    <dgm:pt modelId="{E3D6AF0D-CBE1-435F-9488-C43EE87B4035}" type="pres">
      <dgm:prSet presAssocID="{1A43D148-71A2-493B-ADC0-B6E8811F3740}" presName="sp" presStyleCnt="0"/>
      <dgm:spPr/>
    </dgm:pt>
    <dgm:pt modelId="{21287CC8-6225-474C-A27C-E2AE526FB122}" type="pres">
      <dgm:prSet presAssocID="{17E2AE22-8665-4653-BC4B-1F1D880A06BF}" presName="linNode" presStyleCnt="0"/>
      <dgm:spPr/>
    </dgm:pt>
    <dgm:pt modelId="{393766C9-4A16-4F83-8A60-9A8E6E3EFC76}" type="pres">
      <dgm:prSet presAssocID="{17E2AE22-8665-4653-BC4B-1F1D880A06BF}" presName="parentText" presStyleLbl="node1" presStyleIdx="3" presStyleCnt="7" custScaleX="80610" custLinFactNeighborX="-31005">
        <dgm:presLayoutVars>
          <dgm:chMax val="1"/>
          <dgm:bulletEnabled val="1"/>
        </dgm:presLayoutVars>
      </dgm:prSet>
      <dgm:spPr/>
    </dgm:pt>
    <dgm:pt modelId="{867567C3-10C3-44B7-B8AD-9BC5668C61FD}" type="pres">
      <dgm:prSet presAssocID="{17E2AE22-8665-4653-BC4B-1F1D880A06BF}" presName="descendantText" presStyleLbl="alignAccFollowNode1" presStyleIdx="3" presStyleCnt="6" custScaleX="110231">
        <dgm:presLayoutVars>
          <dgm:bulletEnabled val="1"/>
        </dgm:presLayoutVars>
      </dgm:prSet>
      <dgm:spPr/>
    </dgm:pt>
    <dgm:pt modelId="{6C1FFD65-7285-4A65-B069-CA555BC3CF4F}" type="pres">
      <dgm:prSet presAssocID="{6DC1DE9A-558C-4C41-AAE2-55CEDF2F74CB}" presName="sp" presStyleCnt="0"/>
      <dgm:spPr/>
    </dgm:pt>
    <dgm:pt modelId="{0E014FBE-934C-45E3-B836-4DDB5116C2CD}" type="pres">
      <dgm:prSet presAssocID="{8495D5A5-3BEC-4CBA-A601-41D9886A27DA}" presName="linNode" presStyleCnt="0"/>
      <dgm:spPr/>
    </dgm:pt>
    <dgm:pt modelId="{18DC3BC9-5BDA-4BD5-ACB1-6C9869D7845A}" type="pres">
      <dgm:prSet presAssocID="{8495D5A5-3BEC-4CBA-A601-41D9886A27DA}" presName="parentText" presStyleLbl="node1" presStyleIdx="4" presStyleCnt="7" custScaleX="80610" custLinFactNeighborX="-31005">
        <dgm:presLayoutVars>
          <dgm:chMax val="1"/>
          <dgm:bulletEnabled val="1"/>
        </dgm:presLayoutVars>
      </dgm:prSet>
      <dgm:spPr/>
    </dgm:pt>
    <dgm:pt modelId="{C4C0C6F6-F99F-4F56-959F-92303A5CA196}" type="pres">
      <dgm:prSet presAssocID="{8495D5A5-3BEC-4CBA-A601-41D9886A27DA}" presName="descendantText" presStyleLbl="alignAccFollowNode1" presStyleIdx="4" presStyleCnt="6" custScaleX="110231" custScaleY="135654">
        <dgm:presLayoutVars>
          <dgm:bulletEnabled val="1"/>
        </dgm:presLayoutVars>
      </dgm:prSet>
      <dgm:spPr/>
    </dgm:pt>
    <dgm:pt modelId="{5B848527-BA91-4385-92FF-25D6EA40964C}" type="pres">
      <dgm:prSet presAssocID="{353698C4-57F9-4708-A514-9E23AC06CDC7}" presName="sp" presStyleCnt="0"/>
      <dgm:spPr/>
    </dgm:pt>
    <dgm:pt modelId="{EAE49494-7A54-4C25-9EA5-A0014F8C3CC7}" type="pres">
      <dgm:prSet presAssocID="{315AA19F-1967-46E3-B212-525568702E16}" presName="linNode" presStyleCnt="0"/>
      <dgm:spPr/>
    </dgm:pt>
    <dgm:pt modelId="{058DA146-0854-48E3-A9FC-DBAD2DCC2970}" type="pres">
      <dgm:prSet presAssocID="{315AA19F-1967-46E3-B212-525568702E16}" presName="parentText" presStyleLbl="node1" presStyleIdx="5" presStyleCnt="7" custScaleX="80610" custLinFactNeighborX="-31005">
        <dgm:presLayoutVars>
          <dgm:chMax val="1"/>
          <dgm:bulletEnabled val="1"/>
        </dgm:presLayoutVars>
      </dgm:prSet>
      <dgm:spPr/>
    </dgm:pt>
    <dgm:pt modelId="{3C5BED45-C1F4-43DB-98C4-8A2F5DC41407}" type="pres">
      <dgm:prSet presAssocID="{315AA19F-1967-46E3-B212-525568702E16}" presName="descendantText" presStyleLbl="alignAccFollowNode1" presStyleIdx="5" presStyleCnt="6" custScaleX="110231" custScaleY="123238">
        <dgm:presLayoutVars>
          <dgm:bulletEnabled val="1"/>
        </dgm:presLayoutVars>
      </dgm:prSet>
      <dgm:spPr/>
    </dgm:pt>
    <dgm:pt modelId="{4F42A511-B7C6-44DF-92D5-EF6D4C6CD14A}" type="pres">
      <dgm:prSet presAssocID="{5522236E-B624-4D63-929D-485B62C2A246}" presName="sp" presStyleCnt="0"/>
      <dgm:spPr/>
    </dgm:pt>
    <dgm:pt modelId="{C86BD699-105B-45E5-AFB1-56EAA63AA512}" type="pres">
      <dgm:prSet presAssocID="{C597FAE3-D908-45D4-8B0A-EC8BA2DDEC8A}" presName="linNode" presStyleCnt="0"/>
      <dgm:spPr/>
    </dgm:pt>
    <dgm:pt modelId="{A90D7758-B7AE-4186-B40C-6E2DCF80BABF}" type="pres">
      <dgm:prSet presAssocID="{C597FAE3-D908-45D4-8B0A-EC8BA2DDEC8A}" presName="parentText" presStyleLbl="node1" presStyleIdx="6" presStyleCnt="7" custScaleX="277778" custLinFactNeighborX="-55124">
        <dgm:presLayoutVars>
          <dgm:chMax val="1"/>
          <dgm:bulletEnabled val="1"/>
        </dgm:presLayoutVars>
      </dgm:prSet>
      <dgm:spPr/>
    </dgm:pt>
  </dgm:ptLst>
  <dgm:cxnLst>
    <dgm:cxn modelId="{CE9AD206-CE2D-429E-8180-28E6C3A9901C}" srcId="{5CEA3905-08FE-4AA8-BF10-F365FEB846C0}" destId="{C597FAE3-D908-45D4-8B0A-EC8BA2DDEC8A}" srcOrd="6" destOrd="0" parTransId="{A15DDFB6-7BE4-48EA-9DD0-F200446F423F}" sibTransId="{ED2E9423-F59E-48DF-8854-A62CC2166E91}"/>
    <dgm:cxn modelId="{643B3808-992B-4491-B3E8-45AA00FDF761}" srcId="{8495D5A5-3BEC-4CBA-A601-41D9886A27DA}" destId="{002CD1DD-7E2D-478C-93BF-7FFB00A79335}" srcOrd="0" destOrd="0" parTransId="{27AF49D6-1D59-4703-8CD1-D7C349475CF0}" sibTransId="{BF51C4BE-8AB6-4A13-944B-2734F47B03C9}"/>
    <dgm:cxn modelId="{D8999E17-6838-4365-9984-6E027893F25F}" srcId="{315AA19F-1967-46E3-B212-525568702E16}" destId="{A9A84712-F2E9-4DCA-B213-167169F53D54}" srcOrd="0" destOrd="0" parTransId="{807DFCDC-B934-43DC-8AAD-277B2F557CF7}" sibTransId="{AED8CCE0-AC0D-4CE9-BC1C-44CDACF499C8}"/>
    <dgm:cxn modelId="{6251C91B-376A-4BE4-9987-83B76CE86279}" srcId="{5CEA3905-08FE-4AA8-BF10-F365FEB846C0}" destId="{17E2AE22-8665-4653-BC4B-1F1D880A06BF}" srcOrd="3" destOrd="0" parTransId="{13F8449E-4560-4C9A-BDAF-94171DD3CF09}" sibTransId="{6DC1DE9A-558C-4C41-AAE2-55CEDF2F74CB}"/>
    <dgm:cxn modelId="{1AA4191C-6ADF-4997-9516-73575F011F25}" srcId="{5CEA3905-08FE-4AA8-BF10-F365FEB846C0}" destId="{177E5091-B430-4666-A672-38074F788E89}" srcOrd="1" destOrd="0" parTransId="{7D6927B0-C00C-4894-B216-33689EF56D04}" sibTransId="{01750095-930E-4A30-849D-3AD95A6C7C38}"/>
    <dgm:cxn modelId="{94134F1C-60D2-404A-B578-C37D0B8F52B0}" type="presOf" srcId="{177E5091-B430-4666-A672-38074F788E89}" destId="{FA687856-16AF-4C20-806A-FEAB7BE5312B}" srcOrd="0" destOrd="0" presId="urn:microsoft.com/office/officeart/2005/8/layout/vList5"/>
    <dgm:cxn modelId="{56CB6F24-2C2C-4B30-9B70-0E5EE9ADCE45}" type="presOf" srcId="{A9A84712-F2E9-4DCA-B213-167169F53D54}" destId="{3C5BED45-C1F4-43DB-98C4-8A2F5DC41407}" srcOrd="0" destOrd="0" presId="urn:microsoft.com/office/officeart/2005/8/layout/vList5"/>
    <dgm:cxn modelId="{AC46E93C-5EA6-43F2-9A03-6CFCB09E4D7C}" type="presOf" srcId="{DA6C4760-9895-4007-B6D9-D0CE4B335198}" destId="{2B7532AB-1F87-4BE2-90BA-274E51F130D5}" srcOrd="0" destOrd="0" presId="urn:microsoft.com/office/officeart/2005/8/layout/vList5"/>
    <dgm:cxn modelId="{4A17693E-7D7F-4F4D-B0EF-3EF40A655553}" type="presOf" srcId="{5CEA3905-08FE-4AA8-BF10-F365FEB846C0}" destId="{CECB0C7A-BBCD-4A04-89C0-1C2AAF1BBF63}" srcOrd="0" destOrd="0" presId="urn:microsoft.com/office/officeart/2005/8/layout/vList5"/>
    <dgm:cxn modelId="{E3FF4C3F-5FE2-479C-92CD-096ED78D517D}" type="presOf" srcId="{17E2AE22-8665-4653-BC4B-1F1D880A06BF}" destId="{393766C9-4A16-4F83-8A60-9A8E6E3EFC76}" srcOrd="0" destOrd="0" presId="urn:microsoft.com/office/officeart/2005/8/layout/vList5"/>
    <dgm:cxn modelId="{81D01240-7EA0-415E-A059-B676A2EFA4A1}" type="presOf" srcId="{002CD1DD-7E2D-478C-93BF-7FFB00A79335}" destId="{C4C0C6F6-F99F-4F56-959F-92303A5CA196}" srcOrd="0" destOrd="0" presId="urn:microsoft.com/office/officeart/2005/8/layout/vList5"/>
    <dgm:cxn modelId="{65A66462-B3FE-42A8-8311-A30580CC7329}" type="presOf" srcId="{C597FAE3-D908-45D4-8B0A-EC8BA2DDEC8A}" destId="{A90D7758-B7AE-4186-B40C-6E2DCF80BABF}" srcOrd="0" destOrd="0" presId="urn:microsoft.com/office/officeart/2005/8/layout/vList5"/>
    <dgm:cxn modelId="{0616A062-ED6D-4DAB-938F-2B5A8FEBFD36}" srcId="{5CEA3905-08FE-4AA8-BF10-F365FEB846C0}" destId="{315AA19F-1967-46E3-B212-525568702E16}" srcOrd="5" destOrd="0" parTransId="{EDC36D64-D99F-4FB6-97C1-8B13F7EB1AF8}" sibTransId="{5522236E-B624-4D63-929D-485B62C2A246}"/>
    <dgm:cxn modelId="{AE05B942-1795-44D7-9718-8EF40F035EFF}" srcId="{5CEA3905-08FE-4AA8-BF10-F365FEB846C0}" destId="{8495D5A5-3BEC-4CBA-A601-41D9886A27DA}" srcOrd="4" destOrd="0" parTransId="{34277EBF-74E1-4BFB-A591-227B56309EE6}" sibTransId="{353698C4-57F9-4708-A514-9E23AC06CDC7}"/>
    <dgm:cxn modelId="{A4538B77-F69C-4716-AB5D-7A889F199B32}" srcId="{0CED37F0-9861-471E-A04A-A9D9B3902FDD}" destId="{4AA98153-3B2B-42FA-983A-4733AF057A10}" srcOrd="0" destOrd="0" parTransId="{B4FC7D70-17B5-4581-9D64-41BA857392F9}" sibTransId="{92A0E0C0-F09C-41C4-B2DF-FC8D45E3B19D}"/>
    <dgm:cxn modelId="{C306BC82-01E7-4A45-B4B9-62F898D7C0AE}" type="presOf" srcId="{F58FB646-6598-484E-82EC-D9B070D31943}" destId="{627C843C-6290-4504-B16C-CC10DB7C8E04}" srcOrd="0" destOrd="0" presId="urn:microsoft.com/office/officeart/2005/8/layout/vList5"/>
    <dgm:cxn modelId="{41666888-27C9-49E4-9263-AB78098748C7}" type="presOf" srcId="{4AA98153-3B2B-42FA-983A-4733AF057A10}" destId="{36676FDF-B8D6-44C5-A68E-F4535BCA90A1}" srcOrd="0" destOrd="0" presId="urn:microsoft.com/office/officeart/2005/8/layout/vList5"/>
    <dgm:cxn modelId="{B13B3395-0DE1-4478-AB96-E8ECF69F9F41}" type="presOf" srcId="{315AA19F-1967-46E3-B212-525568702E16}" destId="{058DA146-0854-48E3-A9FC-DBAD2DCC2970}" srcOrd="0" destOrd="0" presId="urn:microsoft.com/office/officeart/2005/8/layout/vList5"/>
    <dgm:cxn modelId="{E73D8F9B-87CD-41FF-93E8-E591FFC526C3}" srcId="{177E5091-B430-4666-A672-38074F788E89}" destId="{DA6C4760-9895-4007-B6D9-D0CE4B335198}" srcOrd="0" destOrd="0" parTransId="{2A868DC6-8D9E-4145-A45C-5752FF9F0F3A}" sibTransId="{F4C2CF5D-90DC-4C52-B732-1806CCB71C3C}"/>
    <dgm:cxn modelId="{B91829AA-91F1-4D18-A32C-E3F499E76EE9}" type="presOf" srcId="{8495D5A5-3BEC-4CBA-A601-41D9886A27DA}" destId="{18DC3BC9-5BDA-4BD5-ACB1-6C9869D7845A}" srcOrd="0" destOrd="0" presId="urn:microsoft.com/office/officeart/2005/8/layout/vList5"/>
    <dgm:cxn modelId="{7B3611AF-82BE-4552-B7BC-AC63493F7325}" srcId="{17E2AE22-8665-4653-BC4B-1F1D880A06BF}" destId="{E90A2A75-88FB-494B-9151-948A4AA3699D}" srcOrd="0" destOrd="0" parTransId="{3995DB15-AA04-46D5-BBAD-BEF214EA84C7}" sibTransId="{F7B17435-EDB4-4E99-B0F8-F42596CAE7CD}"/>
    <dgm:cxn modelId="{30A01CCD-25AC-45D7-A631-D23FE30008F0}" type="presOf" srcId="{E90A2A75-88FB-494B-9151-948A4AA3699D}" destId="{867567C3-10C3-44B7-B8AD-9BC5668C61FD}" srcOrd="0" destOrd="0" presId="urn:microsoft.com/office/officeart/2005/8/layout/vList5"/>
    <dgm:cxn modelId="{5D7069CE-42AF-4E9F-83D8-D79A339AB465}" type="presOf" srcId="{13502588-E689-4B8B-947D-3836E7EDBB26}" destId="{2900F4B0-EEDC-4364-9487-6FC106BADD97}" srcOrd="0" destOrd="0" presId="urn:microsoft.com/office/officeart/2005/8/layout/vList5"/>
    <dgm:cxn modelId="{7D5B70CE-9F7E-4E23-847D-BF8167B74F5C}" type="presOf" srcId="{0CED37F0-9861-471E-A04A-A9D9B3902FDD}" destId="{B02465F0-3115-4A99-B43D-47BD1B6D5515}" srcOrd="0" destOrd="0" presId="urn:microsoft.com/office/officeart/2005/8/layout/vList5"/>
    <dgm:cxn modelId="{FD7BA9D2-BD09-4DDD-A2D0-06E4CC7B75EC}" srcId="{5CEA3905-08FE-4AA8-BF10-F365FEB846C0}" destId="{0CED37F0-9861-471E-A04A-A9D9B3902FDD}" srcOrd="0" destOrd="0" parTransId="{21A26BA0-B992-4D1D-9A78-553EFEDA12AF}" sibTransId="{217FCBA4-C9BC-4E87-8990-D65E6D60006F}"/>
    <dgm:cxn modelId="{1A4200F2-F07E-40E3-976C-7BB31B24E580}" srcId="{F58FB646-6598-484E-82EC-D9B070D31943}" destId="{13502588-E689-4B8B-947D-3836E7EDBB26}" srcOrd="0" destOrd="0" parTransId="{4B048A8C-069E-4C4E-B322-CB34A44119DC}" sibTransId="{EA53CA77-062E-4DA7-ABE7-2D537EB1A1C3}"/>
    <dgm:cxn modelId="{A82C21F8-16FB-4FA7-9F9D-2FC54A0C9EE4}" srcId="{5CEA3905-08FE-4AA8-BF10-F365FEB846C0}" destId="{F58FB646-6598-484E-82EC-D9B070D31943}" srcOrd="2" destOrd="0" parTransId="{F475CB9D-2416-427D-9D59-36BF6469353D}" sibTransId="{1A43D148-71A2-493B-ADC0-B6E8811F3740}"/>
    <dgm:cxn modelId="{75C20072-403F-4C44-8288-D28193CC5CD2}" type="presParOf" srcId="{CECB0C7A-BBCD-4A04-89C0-1C2AAF1BBF63}" destId="{4220726A-CF80-414C-A91B-15E0B6B8671F}" srcOrd="0" destOrd="0" presId="urn:microsoft.com/office/officeart/2005/8/layout/vList5"/>
    <dgm:cxn modelId="{5DEECF62-4E9A-4E33-B712-5A9B45E59BE8}" type="presParOf" srcId="{4220726A-CF80-414C-A91B-15E0B6B8671F}" destId="{B02465F0-3115-4A99-B43D-47BD1B6D5515}" srcOrd="0" destOrd="0" presId="urn:microsoft.com/office/officeart/2005/8/layout/vList5"/>
    <dgm:cxn modelId="{70934B6C-FEB2-47D5-B2CC-4E2FAB15783C}" type="presParOf" srcId="{4220726A-CF80-414C-A91B-15E0B6B8671F}" destId="{36676FDF-B8D6-44C5-A68E-F4535BCA90A1}" srcOrd="1" destOrd="0" presId="urn:microsoft.com/office/officeart/2005/8/layout/vList5"/>
    <dgm:cxn modelId="{194FCE75-911E-477A-B3D1-DDBA43F95A79}" type="presParOf" srcId="{CECB0C7A-BBCD-4A04-89C0-1C2AAF1BBF63}" destId="{8C6D076F-7117-4D35-B7F2-589BFC38DA51}" srcOrd="1" destOrd="0" presId="urn:microsoft.com/office/officeart/2005/8/layout/vList5"/>
    <dgm:cxn modelId="{452DF1BF-2C74-4109-933C-81368BF24E13}" type="presParOf" srcId="{CECB0C7A-BBCD-4A04-89C0-1C2AAF1BBF63}" destId="{EBF25017-F5C1-4247-836C-016D0AB8EF4A}" srcOrd="2" destOrd="0" presId="urn:microsoft.com/office/officeart/2005/8/layout/vList5"/>
    <dgm:cxn modelId="{75C745AB-A25D-43B9-B196-5E24FD192A78}" type="presParOf" srcId="{EBF25017-F5C1-4247-836C-016D0AB8EF4A}" destId="{FA687856-16AF-4C20-806A-FEAB7BE5312B}" srcOrd="0" destOrd="0" presId="urn:microsoft.com/office/officeart/2005/8/layout/vList5"/>
    <dgm:cxn modelId="{375CDE11-F9CB-4659-89E9-B87F3981A117}" type="presParOf" srcId="{EBF25017-F5C1-4247-836C-016D0AB8EF4A}" destId="{2B7532AB-1F87-4BE2-90BA-274E51F130D5}" srcOrd="1" destOrd="0" presId="urn:microsoft.com/office/officeart/2005/8/layout/vList5"/>
    <dgm:cxn modelId="{005CDEAA-DB81-47F9-935F-D571277F4488}" type="presParOf" srcId="{CECB0C7A-BBCD-4A04-89C0-1C2AAF1BBF63}" destId="{5406CF35-0DFD-4DA8-BEA5-F99C3AA4CF65}" srcOrd="3" destOrd="0" presId="urn:microsoft.com/office/officeart/2005/8/layout/vList5"/>
    <dgm:cxn modelId="{69F4A189-4A8E-4634-9194-393AFF54D338}" type="presParOf" srcId="{CECB0C7A-BBCD-4A04-89C0-1C2AAF1BBF63}" destId="{915B9F6E-7C6D-4ABE-B6F8-105712B3783F}" srcOrd="4" destOrd="0" presId="urn:microsoft.com/office/officeart/2005/8/layout/vList5"/>
    <dgm:cxn modelId="{8D58CE30-D915-4032-B653-2341ED9FD3FE}" type="presParOf" srcId="{915B9F6E-7C6D-4ABE-B6F8-105712B3783F}" destId="{627C843C-6290-4504-B16C-CC10DB7C8E04}" srcOrd="0" destOrd="0" presId="urn:microsoft.com/office/officeart/2005/8/layout/vList5"/>
    <dgm:cxn modelId="{A5B6F59E-6FD3-458B-B596-ED82F56A6DFC}" type="presParOf" srcId="{915B9F6E-7C6D-4ABE-B6F8-105712B3783F}" destId="{2900F4B0-EEDC-4364-9487-6FC106BADD97}" srcOrd="1" destOrd="0" presId="urn:microsoft.com/office/officeart/2005/8/layout/vList5"/>
    <dgm:cxn modelId="{69E2633D-8759-4E71-B1C6-B0E713258B7C}" type="presParOf" srcId="{CECB0C7A-BBCD-4A04-89C0-1C2AAF1BBF63}" destId="{E3D6AF0D-CBE1-435F-9488-C43EE87B4035}" srcOrd="5" destOrd="0" presId="urn:microsoft.com/office/officeart/2005/8/layout/vList5"/>
    <dgm:cxn modelId="{7DE4FE44-FB95-4D87-AC77-2E85362898AE}" type="presParOf" srcId="{CECB0C7A-BBCD-4A04-89C0-1C2AAF1BBF63}" destId="{21287CC8-6225-474C-A27C-E2AE526FB122}" srcOrd="6" destOrd="0" presId="urn:microsoft.com/office/officeart/2005/8/layout/vList5"/>
    <dgm:cxn modelId="{3C52E76E-1C39-4D89-9E83-B7F80B234C34}" type="presParOf" srcId="{21287CC8-6225-474C-A27C-E2AE526FB122}" destId="{393766C9-4A16-4F83-8A60-9A8E6E3EFC76}" srcOrd="0" destOrd="0" presId="urn:microsoft.com/office/officeart/2005/8/layout/vList5"/>
    <dgm:cxn modelId="{97E3E443-A7D6-41A8-A351-74C7BAF826F9}" type="presParOf" srcId="{21287CC8-6225-474C-A27C-E2AE526FB122}" destId="{867567C3-10C3-44B7-B8AD-9BC5668C61FD}" srcOrd="1" destOrd="0" presId="urn:microsoft.com/office/officeart/2005/8/layout/vList5"/>
    <dgm:cxn modelId="{8B5575F2-4722-42C9-89EF-533F3D2A70DA}" type="presParOf" srcId="{CECB0C7A-BBCD-4A04-89C0-1C2AAF1BBF63}" destId="{6C1FFD65-7285-4A65-B069-CA555BC3CF4F}" srcOrd="7" destOrd="0" presId="urn:microsoft.com/office/officeart/2005/8/layout/vList5"/>
    <dgm:cxn modelId="{0CEFB63D-2EF7-48A3-944E-F6F3DB1E1948}" type="presParOf" srcId="{CECB0C7A-BBCD-4A04-89C0-1C2AAF1BBF63}" destId="{0E014FBE-934C-45E3-B836-4DDB5116C2CD}" srcOrd="8" destOrd="0" presId="urn:microsoft.com/office/officeart/2005/8/layout/vList5"/>
    <dgm:cxn modelId="{25D67A2F-B6D2-4D2C-92F9-B67D85ED937B}" type="presParOf" srcId="{0E014FBE-934C-45E3-B836-4DDB5116C2CD}" destId="{18DC3BC9-5BDA-4BD5-ACB1-6C9869D7845A}" srcOrd="0" destOrd="0" presId="urn:microsoft.com/office/officeart/2005/8/layout/vList5"/>
    <dgm:cxn modelId="{699BDB1B-3458-4E3D-BFB8-C6C3D6853BC4}" type="presParOf" srcId="{0E014FBE-934C-45E3-B836-4DDB5116C2CD}" destId="{C4C0C6F6-F99F-4F56-959F-92303A5CA196}" srcOrd="1" destOrd="0" presId="urn:microsoft.com/office/officeart/2005/8/layout/vList5"/>
    <dgm:cxn modelId="{E422E595-3D20-4DFD-BCA0-EF779D564370}" type="presParOf" srcId="{CECB0C7A-BBCD-4A04-89C0-1C2AAF1BBF63}" destId="{5B848527-BA91-4385-92FF-25D6EA40964C}" srcOrd="9" destOrd="0" presId="urn:microsoft.com/office/officeart/2005/8/layout/vList5"/>
    <dgm:cxn modelId="{4FAC5404-BE75-4250-B522-316E36270BC4}" type="presParOf" srcId="{CECB0C7A-BBCD-4A04-89C0-1C2AAF1BBF63}" destId="{EAE49494-7A54-4C25-9EA5-A0014F8C3CC7}" srcOrd="10" destOrd="0" presId="urn:microsoft.com/office/officeart/2005/8/layout/vList5"/>
    <dgm:cxn modelId="{E3425445-F8DF-46EB-A130-4C7BE751C8CC}" type="presParOf" srcId="{EAE49494-7A54-4C25-9EA5-A0014F8C3CC7}" destId="{058DA146-0854-48E3-A9FC-DBAD2DCC2970}" srcOrd="0" destOrd="0" presId="urn:microsoft.com/office/officeart/2005/8/layout/vList5"/>
    <dgm:cxn modelId="{A23628E1-9999-4D60-ACEE-9171D667400E}" type="presParOf" srcId="{EAE49494-7A54-4C25-9EA5-A0014F8C3CC7}" destId="{3C5BED45-C1F4-43DB-98C4-8A2F5DC41407}" srcOrd="1" destOrd="0" presId="urn:microsoft.com/office/officeart/2005/8/layout/vList5"/>
    <dgm:cxn modelId="{755EB077-B07F-481C-94F6-140E02A4263A}" type="presParOf" srcId="{CECB0C7A-BBCD-4A04-89C0-1C2AAF1BBF63}" destId="{4F42A511-B7C6-44DF-92D5-EF6D4C6CD14A}" srcOrd="11" destOrd="0" presId="urn:microsoft.com/office/officeart/2005/8/layout/vList5"/>
    <dgm:cxn modelId="{CB29B8F7-D2CF-418B-A512-4B0347CA22BB}" type="presParOf" srcId="{CECB0C7A-BBCD-4A04-89C0-1C2AAF1BBF63}" destId="{C86BD699-105B-45E5-AFB1-56EAA63AA512}" srcOrd="12" destOrd="0" presId="urn:microsoft.com/office/officeart/2005/8/layout/vList5"/>
    <dgm:cxn modelId="{FF031AF3-43DF-4A43-9D6B-64B34371DA1E}" type="presParOf" srcId="{C86BD699-105B-45E5-AFB1-56EAA63AA512}" destId="{A90D7758-B7AE-4186-B40C-6E2DCF80BAB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DD6FA-6ED3-4178-92AE-4A92E4A568E7}">
      <dsp:nvSpPr>
        <dsp:cNvPr id="0" name=""/>
        <dsp:cNvSpPr/>
      </dsp:nvSpPr>
      <dsp:spPr>
        <a:xfrm>
          <a:off x="4046" y="35783"/>
          <a:ext cx="6565363" cy="10296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Repeated stimulation of the siphon</a:t>
          </a:r>
        </a:p>
      </dsp:txBody>
      <dsp:txXfrm>
        <a:off x="34202" y="65939"/>
        <a:ext cx="6505051" cy="969301"/>
      </dsp:txXfrm>
    </dsp:sp>
    <dsp:sp modelId="{17D29607-55E1-4735-9D90-6E5CE9C0995A}">
      <dsp:nvSpPr>
        <dsp:cNvPr id="0" name=""/>
        <dsp:cNvSpPr/>
      </dsp:nvSpPr>
      <dsp:spPr>
        <a:xfrm>
          <a:off x="660583" y="1065397"/>
          <a:ext cx="656536" cy="581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1107"/>
              </a:lnTo>
              <a:lnTo>
                <a:pt x="656536" y="581107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98C75-5E83-4C54-B89E-D7DDA7F3F650}">
      <dsp:nvSpPr>
        <dsp:cNvPr id="0" name=""/>
        <dsp:cNvSpPr/>
      </dsp:nvSpPr>
      <dsp:spPr>
        <a:xfrm>
          <a:off x="1317119" y="1230390"/>
          <a:ext cx="5445393" cy="832229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Habituation (behavior)</a:t>
          </a:r>
        </a:p>
      </dsp:txBody>
      <dsp:txXfrm>
        <a:off x="1341494" y="1254765"/>
        <a:ext cx="5396643" cy="783479"/>
      </dsp:txXfrm>
    </dsp:sp>
    <dsp:sp modelId="{536DA757-56B6-416B-B9A2-861F5C80052E}">
      <dsp:nvSpPr>
        <dsp:cNvPr id="0" name=""/>
        <dsp:cNvSpPr/>
      </dsp:nvSpPr>
      <dsp:spPr>
        <a:xfrm>
          <a:off x="660583" y="1065397"/>
          <a:ext cx="656536" cy="15783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78330"/>
              </a:lnTo>
              <a:lnTo>
                <a:pt x="656536" y="1578330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1A02B2-4BE7-4C10-B5AF-9C4DD5066E77}">
      <dsp:nvSpPr>
        <dsp:cNvPr id="0" name=""/>
        <dsp:cNvSpPr/>
      </dsp:nvSpPr>
      <dsp:spPr>
        <a:xfrm>
          <a:off x="1317119" y="2227612"/>
          <a:ext cx="5445393" cy="832229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40640" rIns="6096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i="1" kern="1200" dirty="0"/>
            <a:t>Short-term</a:t>
          </a:r>
          <a:r>
            <a:rPr lang="en-US" sz="3200" kern="1200" dirty="0"/>
            <a:t> Synaptic depression (cellular)</a:t>
          </a:r>
        </a:p>
      </dsp:txBody>
      <dsp:txXfrm>
        <a:off x="1341494" y="2251987"/>
        <a:ext cx="5396643" cy="7834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465F0-3115-4A99-B43D-47BD1B6D5515}">
      <dsp:nvSpPr>
        <dsp:cNvPr id="0" name=""/>
        <dsp:cNvSpPr/>
      </dsp:nvSpPr>
      <dsp:spPr>
        <a:xfrm>
          <a:off x="163958" y="68"/>
          <a:ext cx="3329682" cy="73108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Receptors</a:t>
          </a:r>
        </a:p>
      </dsp:txBody>
      <dsp:txXfrm>
        <a:off x="199647" y="35757"/>
        <a:ext cx="3258304" cy="659705"/>
      </dsp:txXfrm>
    </dsp:sp>
    <dsp:sp modelId="{FA687856-16AF-4C20-806A-FEAB7BE5312B}">
      <dsp:nvSpPr>
        <dsp:cNvPr id="0" name=""/>
        <dsp:cNvSpPr/>
      </dsp:nvSpPr>
      <dsp:spPr>
        <a:xfrm>
          <a:off x="163958" y="794923"/>
          <a:ext cx="3329682" cy="73108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G proteins</a:t>
          </a:r>
        </a:p>
      </dsp:txBody>
      <dsp:txXfrm>
        <a:off x="199647" y="830612"/>
        <a:ext cx="3258304" cy="659705"/>
      </dsp:txXfrm>
    </dsp:sp>
    <dsp:sp modelId="{627C843C-6290-4504-B16C-CC10DB7C8E04}">
      <dsp:nvSpPr>
        <dsp:cNvPr id="0" name=""/>
        <dsp:cNvSpPr/>
      </dsp:nvSpPr>
      <dsp:spPr>
        <a:xfrm>
          <a:off x="163958" y="1589777"/>
          <a:ext cx="3329682" cy="73108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Effectors</a:t>
          </a:r>
        </a:p>
      </dsp:txBody>
      <dsp:txXfrm>
        <a:off x="199647" y="1625466"/>
        <a:ext cx="3258304" cy="659705"/>
      </dsp:txXfrm>
    </dsp:sp>
    <dsp:sp modelId="{393766C9-4A16-4F83-8A60-9A8E6E3EFC76}">
      <dsp:nvSpPr>
        <dsp:cNvPr id="0" name=""/>
        <dsp:cNvSpPr/>
      </dsp:nvSpPr>
      <dsp:spPr>
        <a:xfrm>
          <a:off x="163958" y="2384631"/>
          <a:ext cx="3329682" cy="73108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  <a:r>
            <a:rPr lang="en-US" sz="3200" kern="1200" baseline="30000"/>
            <a:t>nd</a:t>
          </a:r>
          <a:r>
            <a:rPr lang="en-US" sz="3200" kern="1200"/>
            <a:t> messengers</a:t>
          </a:r>
        </a:p>
      </dsp:txBody>
      <dsp:txXfrm>
        <a:off x="199647" y="2420320"/>
        <a:ext cx="3258304" cy="659705"/>
      </dsp:txXfrm>
    </dsp:sp>
    <dsp:sp modelId="{18DC3BC9-5BDA-4BD5-ACB1-6C9869D7845A}">
      <dsp:nvSpPr>
        <dsp:cNvPr id="0" name=""/>
        <dsp:cNvSpPr/>
      </dsp:nvSpPr>
      <dsp:spPr>
        <a:xfrm>
          <a:off x="163958" y="3179486"/>
          <a:ext cx="3329682" cy="10058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Late effectors (kinases)</a:t>
          </a:r>
        </a:p>
      </dsp:txBody>
      <dsp:txXfrm>
        <a:off x="213059" y="3228587"/>
        <a:ext cx="3231480" cy="907632"/>
      </dsp:txXfrm>
    </dsp:sp>
    <dsp:sp modelId="{5E5344F9-82A8-4FC2-A16C-A884C803689D}">
      <dsp:nvSpPr>
        <dsp:cNvPr id="0" name=""/>
        <dsp:cNvSpPr/>
      </dsp:nvSpPr>
      <dsp:spPr>
        <a:xfrm>
          <a:off x="163958" y="4249091"/>
          <a:ext cx="3329682" cy="10058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Transcription factors</a:t>
          </a:r>
        </a:p>
      </dsp:txBody>
      <dsp:txXfrm>
        <a:off x="213059" y="4298192"/>
        <a:ext cx="3231480" cy="907632"/>
      </dsp:txXfrm>
    </dsp:sp>
    <dsp:sp modelId="{739BDB9D-E433-4E92-9E70-AD0F2A3708F3}">
      <dsp:nvSpPr>
        <dsp:cNvPr id="0" name=""/>
        <dsp:cNvSpPr/>
      </dsp:nvSpPr>
      <dsp:spPr>
        <a:xfrm>
          <a:off x="163958" y="5318696"/>
          <a:ext cx="3329682" cy="100583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Protein and/or gene changes</a:t>
          </a:r>
        </a:p>
      </dsp:txBody>
      <dsp:txXfrm>
        <a:off x="213059" y="5367797"/>
        <a:ext cx="3231480" cy="9076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76FDF-B8D6-44C5-A68E-F4535BCA90A1}">
      <dsp:nvSpPr>
        <dsp:cNvPr id="0" name=""/>
        <dsp:cNvSpPr/>
      </dsp:nvSpPr>
      <dsp:spPr>
        <a:xfrm rot="5400000">
          <a:off x="7100162" y="-3691519"/>
          <a:ext cx="838249" cy="827671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IN releases 5-HT onto (presynaptic) S, activates 5-HT receptor</a:t>
          </a:r>
        </a:p>
      </dsp:txBody>
      <dsp:txXfrm rot="-5400000">
        <a:off x="3380929" y="68634"/>
        <a:ext cx="8235795" cy="756409"/>
      </dsp:txXfrm>
    </dsp:sp>
    <dsp:sp modelId="{B02465F0-3115-4A99-B43D-47BD1B6D5515}">
      <dsp:nvSpPr>
        <dsp:cNvPr id="0" name=""/>
        <dsp:cNvSpPr/>
      </dsp:nvSpPr>
      <dsp:spPr>
        <a:xfrm>
          <a:off x="0" y="3664"/>
          <a:ext cx="3379975" cy="886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Receptors</a:t>
          </a:r>
        </a:p>
      </dsp:txBody>
      <dsp:txXfrm>
        <a:off x="43268" y="46932"/>
        <a:ext cx="3293439" cy="799809"/>
      </dsp:txXfrm>
    </dsp:sp>
    <dsp:sp modelId="{2B7532AB-1F87-4BE2-90BA-274E51F130D5}">
      <dsp:nvSpPr>
        <dsp:cNvPr id="0" name=""/>
        <dsp:cNvSpPr/>
      </dsp:nvSpPr>
      <dsp:spPr>
        <a:xfrm rot="5400000">
          <a:off x="7142140" y="-2734944"/>
          <a:ext cx="709076" cy="822489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5-HT-R is G protein coupled to AC</a:t>
          </a:r>
        </a:p>
      </dsp:txBody>
      <dsp:txXfrm rot="-5400000">
        <a:off x="3384233" y="1057577"/>
        <a:ext cx="8190276" cy="639848"/>
      </dsp:txXfrm>
    </dsp:sp>
    <dsp:sp modelId="{FA687856-16AF-4C20-806A-FEAB7BE5312B}">
      <dsp:nvSpPr>
        <dsp:cNvPr id="0" name=""/>
        <dsp:cNvSpPr/>
      </dsp:nvSpPr>
      <dsp:spPr>
        <a:xfrm>
          <a:off x="0" y="934328"/>
          <a:ext cx="3383279" cy="886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G proteins</a:t>
          </a:r>
        </a:p>
      </dsp:txBody>
      <dsp:txXfrm>
        <a:off x="43268" y="977596"/>
        <a:ext cx="3296743" cy="799809"/>
      </dsp:txXfrm>
    </dsp:sp>
    <dsp:sp modelId="{2900F4B0-EEDC-4364-9487-6FC106BADD97}">
      <dsp:nvSpPr>
        <dsp:cNvPr id="0" name=""/>
        <dsp:cNvSpPr/>
      </dsp:nvSpPr>
      <dsp:spPr>
        <a:xfrm rot="5400000">
          <a:off x="7142140" y="-1804280"/>
          <a:ext cx="709076" cy="822489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AC is converts ATP to cAMP</a:t>
          </a:r>
        </a:p>
      </dsp:txBody>
      <dsp:txXfrm rot="-5400000">
        <a:off x="3384233" y="1988241"/>
        <a:ext cx="8190276" cy="639848"/>
      </dsp:txXfrm>
    </dsp:sp>
    <dsp:sp modelId="{627C843C-6290-4504-B16C-CC10DB7C8E04}">
      <dsp:nvSpPr>
        <dsp:cNvPr id="0" name=""/>
        <dsp:cNvSpPr/>
      </dsp:nvSpPr>
      <dsp:spPr>
        <a:xfrm>
          <a:off x="0" y="1864991"/>
          <a:ext cx="3383279" cy="886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Effectors</a:t>
          </a:r>
        </a:p>
      </dsp:txBody>
      <dsp:txXfrm>
        <a:off x="43268" y="1908259"/>
        <a:ext cx="3296743" cy="799809"/>
      </dsp:txXfrm>
    </dsp:sp>
    <dsp:sp modelId="{867567C3-10C3-44B7-B8AD-9BC5668C61FD}">
      <dsp:nvSpPr>
        <dsp:cNvPr id="0" name=""/>
        <dsp:cNvSpPr/>
      </dsp:nvSpPr>
      <dsp:spPr>
        <a:xfrm rot="5400000">
          <a:off x="7142140" y="-873617"/>
          <a:ext cx="709076" cy="822489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cAMP levels increase</a:t>
          </a:r>
        </a:p>
      </dsp:txBody>
      <dsp:txXfrm rot="-5400000">
        <a:off x="3384233" y="2918904"/>
        <a:ext cx="8190276" cy="639848"/>
      </dsp:txXfrm>
    </dsp:sp>
    <dsp:sp modelId="{393766C9-4A16-4F83-8A60-9A8E6E3EFC76}">
      <dsp:nvSpPr>
        <dsp:cNvPr id="0" name=""/>
        <dsp:cNvSpPr/>
      </dsp:nvSpPr>
      <dsp:spPr>
        <a:xfrm>
          <a:off x="0" y="2795654"/>
          <a:ext cx="3383279" cy="886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2nd messengers</a:t>
          </a:r>
        </a:p>
      </dsp:txBody>
      <dsp:txXfrm>
        <a:off x="43268" y="2838922"/>
        <a:ext cx="3296743" cy="799809"/>
      </dsp:txXfrm>
    </dsp:sp>
    <dsp:sp modelId="{C4C0C6F6-F99F-4F56-959F-92303A5CA196}">
      <dsp:nvSpPr>
        <dsp:cNvPr id="0" name=""/>
        <dsp:cNvSpPr/>
      </dsp:nvSpPr>
      <dsp:spPr>
        <a:xfrm rot="5400000">
          <a:off x="7008413" y="98834"/>
          <a:ext cx="961890" cy="821685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cAMP binds PKA R-subunits, which activate PKA C-subunits</a:t>
          </a:r>
        </a:p>
      </dsp:txBody>
      <dsp:txXfrm rot="-5400000">
        <a:off x="3380929" y="3773274"/>
        <a:ext cx="8169902" cy="867978"/>
      </dsp:txXfrm>
    </dsp:sp>
    <dsp:sp modelId="{18DC3BC9-5BDA-4BD5-ACB1-6C9869D7845A}">
      <dsp:nvSpPr>
        <dsp:cNvPr id="0" name=""/>
        <dsp:cNvSpPr/>
      </dsp:nvSpPr>
      <dsp:spPr>
        <a:xfrm>
          <a:off x="0" y="3764090"/>
          <a:ext cx="3379975" cy="886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Late effectors</a:t>
          </a:r>
        </a:p>
      </dsp:txBody>
      <dsp:txXfrm>
        <a:off x="43268" y="3807358"/>
        <a:ext cx="3293439" cy="799809"/>
      </dsp:txXfrm>
    </dsp:sp>
    <dsp:sp modelId="{3C5BED45-C1F4-43DB-98C4-8A2F5DC41407}">
      <dsp:nvSpPr>
        <dsp:cNvPr id="0" name=""/>
        <dsp:cNvSpPr/>
      </dsp:nvSpPr>
      <dsp:spPr>
        <a:xfrm rot="5400000">
          <a:off x="7059752" y="1063253"/>
          <a:ext cx="873851" cy="8224890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PKA phosphorylates K</a:t>
          </a:r>
          <a:r>
            <a:rPr lang="en-US" sz="3200" kern="1200" baseline="30000" dirty="0"/>
            <a:t>+</a:t>
          </a:r>
          <a:r>
            <a:rPr lang="en-US" sz="3200" kern="1200" dirty="0"/>
            <a:t> &amp; Ca</a:t>
          </a:r>
          <a:r>
            <a:rPr lang="en-US" sz="3200" kern="1200" baseline="30000" dirty="0"/>
            <a:t>2+</a:t>
          </a:r>
          <a:r>
            <a:rPr lang="en-US" sz="3200" kern="1200" dirty="0"/>
            <a:t> channels</a:t>
          </a:r>
        </a:p>
      </dsp:txBody>
      <dsp:txXfrm rot="-5400000">
        <a:off x="3384233" y="4781430"/>
        <a:ext cx="8182232" cy="788535"/>
      </dsp:txXfrm>
    </dsp:sp>
    <dsp:sp modelId="{058DA146-0854-48E3-A9FC-DBAD2DCC2970}">
      <dsp:nvSpPr>
        <dsp:cNvPr id="0" name=""/>
        <dsp:cNvSpPr/>
      </dsp:nvSpPr>
      <dsp:spPr>
        <a:xfrm>
          <a:off x="0" y="4732525"/>
          <a:ext cx="3383279" cy="886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Changes in protein function</a:t>
          </a:r>
        </a:p>
      </dsp:txBody>
      <dsp:txXfrm>
        <a:off x="43268" y="4775793"/>
        <a:ext cx="3296743" cy="799809"/>
      </dsp:txXfrm>
    </dsp:sp>
    <dsp:sp modelId="{A90D7758-B7AE-4186-B40C-6E2DCF80BABF}">
      <dsp:nvSpPr>
        <dsp:cNvPr id="0" name=""/>
        <dsp:cNvSpPr/>
      </dsp:nvSpPr>
      <dsp:spPr>
        <a:xfrm>
          <a:off x="0" y="5663189"/>
          <a:ext cx="11647223" cy="88634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/>
            <a:t>RESULT: Transmitter release from sensory neuron is increased, causing greater EPSP in motor neuron</a:t>
          </a:r>
        </a:p>
      </dsp:txBody>
      <dsp:txXfrm>
        <a:off x="43268" y="5706457"/>
        <a:ext cx="11560687" cy="799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85801" y="22860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r>
              <a:rPr lang="en-US" dirty="0"/>
              <a:t>Chapter 08 – Synaptic Plasticity</a:t>
            </a:r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7800" y="672084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fld id="{0E93FC8D-F484-47A9-BD7A-82C315D9001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433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68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0160" y="3474720"/>
            <a:ext cx="70408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68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fld id="{116D2495-99C9-4938-A477-40D1405D59A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11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87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27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4F9E-46C0-3776-F019-2FBC69886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3D1FBA-C0FC-3285-16FA-68D4BED47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49012-B45F-437C-B9D6-C9B15A742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FE9BD-C83E-F32B-11BB-438F07EEE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584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2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32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31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02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009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089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969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60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62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6604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90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48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D2495-99C9-4938-A477-40D1405D59A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6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66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29286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9286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6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287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9287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7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287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28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28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2878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9287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9288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2BA14D4-22C2-422E-AF1C-14CAECBF986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53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ound2Same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535487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469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ound2Same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53548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2415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ound2Same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53548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8954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270425-5FE6-411C-AA51-DD63B4D9F07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CC2E2-85EE-443C-9631-BAB3394A12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A7E4A8-8BA9-42F6-A7F9-ADC6AEF38D7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A34D5-91CB-43B6-870C-21B32471CE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7095F-A7B1-4FB8-BD96-B242854BE4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6D31B-0F59-4DED-9C69-4B2FE45E5A8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FBBE8B-77FE-4B22-B69D-563AE0EAB88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F84DBE-87B3-4388-98E1-3DFD1A8F59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40614-18AA-419F-980F-AC6ED15CCF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4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5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7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8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214314"/>
            <a:ext cx="10390716" cy="146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918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185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9185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9185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5AA3905F-2ECE-490C-867F-A7B77463CB62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86" r:id="rId3"/>
    <p:sldLayoutId id="2147483687" r:id="rId4"/>
    <p:sldLayoutId id="2147483688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alamy.com/stock-photo/brain-neurons-concepts-human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9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0.jpeg"/><Relationship Id="rId9" Type="http://schemas.microsoft.com/office/2007/relationships/diagramDrawing" Target="../diagrams/drawin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3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10363200" cy="146208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Synaptic Plasticity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DD970-C971-FDC2-ED1C-2FEBC3AF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4C4F4-5EA6-9C53-A39F-38D4DAA29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Differentiate types of learning</a:t>
            </a:r>
          </a:p>
          <a:p>
            <a:r>
              <a:rPr lang="en-US" dirty="0"/>
              <a:t>Describe cellular mechanisms of habituation and sensitization </a:t>
            </a:r>
          </a:p>
          <a:p>
            <a:r>
              <a:rPr lang="en-US" dirty="0"/>
              <a:t>Describe how changes at synapses may underlie memory consolidation and forgetting.</a:t>
            </a:r>
          </a:p>
          <a:p>
            <a:r>
              <a:rPr lang="en-US" dirty="0"/>
              <a:t>Compare and contrast LTP and LTD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30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 algn="ctr"/>
            <a:r>
              <a:rPr lang="en-US" sz="4000" dirty="0"/>
              <a:t>Synaptic Plasticity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D4C1F-C09D-77A7-0B6A-8D40C5C24957}"/>
              </a:ext>
            </a:extLst>
          </p:cNvPr>
          <p:cNvSpPr txBox="1">
            <a:spLocks/>
          </p:cNvSpPr>
          <p:nvPr/>
        </p:nvSpPr>
        <p:spPr bwMode="auto">
          <a:xfrm>
            <a:off x="609601" y="2017713"/>
            <a:ext cx="5482758" cy="4840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3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dirty="0">
                <a:latin typeface="Abadi" panose="020B0604020104020204" pitchFamily="34" charset="0"/>
              </a:rPr>
              <a:t>Experience (or activity) dependent </a:t>
            </a:r>
            <a:r>
              <a:rPr lang="en-US" sz="2800" dirty="0">
                <a:solidFill>
                  <a:srgbClr val="222222"/>
                </a:solidFill>
                <a:latin typeface="Abadi" panose="020B0604020104020204" pitchFamily="34" charset="0"/>
              </a:rPr>
              <a:t>modifications of synaptic transmission.</a:t>
            </a:r>
          </a:p>
          <a:p>
            <a:endParaRPr lang="en-US" sz="2800" dirty="0">
              <a:solidFill>
                <a:srgbClr val="222222"/>
              </a:solidFill>
              <a:latin typeface="Abadi" panose="020B0604020104020204" pitchFamily="34" charset="0"/>
            </a:endParaRPr>
          </a:p>
          <a:p>
            <a:r>
              <a:rPr lang="en-US" sz="2800" kern="0" dirty="0"/>
              <a:t>Some changes are short-term (</a:t>
            </a:r>
            <a:r>
              <a:rPr lang="en-US" sz="2800" i="1" kern="0" dirty="0"/>
              <a:t>several minutes or less</a:t>
            </a:r>
            <a:r>
              <a:rPr lang="en-US" sz="2800" kern="0" dirty="0"/>
              <a:t>), while others are long-term (≥30min)</a:t>
            </a:r>
          </a:p>
        </p:txBody>
      </p:sp>
      <p:pic>
        <p:nvPicPr>
          <p:cNvPr id="7" name="Picture 6" descr="A brain with glowing lights&#10;&#10;AI-generated content may be incorrect.">
            <a:extLst>
              <a:ext uri="{FF2B5EF4-FFF2-40B4-BE49-F238E27FC236}">
                <a16:creationId xmlns:a16="http://schemas.microsoft.com/office/drawing/2014/main" id="{389DFE68-A6E0-F14B-8378-51DDB1FD9D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099641" y="1983076"/>
            <a:ext cx="5482758" cy="38843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87E85-B298-F3AC-857F-44C08E6BC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C7ACCFF5-73F3-51CF-C7A3-A34E211F128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676400"/>
            <a:ext cx="10363200" cy="146208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Short-term Forms of Synaptic Plasticity</a:t>
            </a:r>
          </a:p>
        </p:txBody>
      </p:sp>
    </p:spTree>
    <p:extLst>
      <p:ext uri="{BB962C8B-B14F-4D97-AF65-F5344CB8AC3E}">
        <p14:creationId xmlns:p14="http://schemas.microsoft.com/office/powerpoint/2010/main" val="397628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42" y="33359"/>
            <a:ext cx="6338358" cy="1795441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sz="4000" dirty="0"/>
              <a:t>Synaptic Facilitation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1CE56-3702-7BD2-58A3-5831B694F0FD}"/>
              </a:ext>
            </a:extLst>
          </p:cNvPr>
          <p:cNvSpPr txBox="1"/>
          <p:nvPr/>
        </p:nvSpPr>
        <p:spPr>
          <a:xfrm>
            <a:off x="685800" y="2057400"/>
            <a:ext cx="65532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 rapid </a:t>
            </a:r>
            <a:r>
              <a:rPr lang="en-US" sz="2800" b="1" dirty="0">
                <a:latin typeface="+mn-lt"/>
              </a:rPr>
              <a:t>increase</a:t>
            </a:r>
            <a:r>
              <a:rPr lang="en-US" sz="2800" dirty="0">
                <a:latin typeface="+mn-lt"/>
              </a:rPr>
              <a:t> in synaptic strength that occurs when two or more action potentials arrive at the presynaptic terminal within a few milliseconds of each 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Facilitation decays over tens of milliseconds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May occur due to prolonged elevation of presynaptic calcium.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96DC6-83FA-CFDE-6041-15B14BB7B8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650" b="41726"/>
          <a:stretch>
            <a:fillRect/>
          </a:stretch>
        </p:blipFill>
        <p:spPr>
          <a:xfrm>
            <a:off x="7239000" y="33359"/>
            <a:ext cx="4953000" cy="681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56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0730" y="6927"/>
            <a:ext cx="6390215" cy="1907982"/>
          </a:xfrm>
          <a:ln>
            <a:noFill/>
          </a:ln>
        </p:spPr>
        <p:txBody>
          <a:bodyPr/>
          <a:lstStyle/>
          <a:p>
            <a:pPr algn="ctr"/>
            <a:r>
              <a:rPr lang="en-US" sz="4000" dirty="0"/>
              <a:t>Synaptic Depression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6FAC87-788E-68A9-F35B-B53254BE5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42" y="2315586"/>
            <a:ext cx="7480204" cy="4535487"/>
          </a:xfrm>
        </p:spPr>
        <p:txBody>
          <a:bodyPr/>
          <a:lstStyle/>
          <a:p>
            <a:r>
              <a:rPr lang="en-US" sz="2800" dirty="0"/>
              <a:t>A short-term </a:t>
            </a:r>
            <a:r>
              <a:rPr lang="en-US" sz="2800" b="1" dirty="0"/>
              <a:t>decrease</a:t>
            </a:r>
            <a:r>
              <a:rPr lang="en-US" sz="2800" dirty="0"/>
              <a:t> in synaptic strength associated with NT depletion.</a:t>
            </a:r>
          </a:p>
          <a:p>
            <a:r>
              <a:rPr lang="en-US" sz="2800" dirty="0"/>
              <a:t>Dependent on the amount of NT released</a:t>
            </a:r>
          </a:p>
          <a:p>
            <a:r>
              <a:rPr lang="en-US" sz="2800" dirty="0"/>
              <a:t>May be due to progressive depletion of vesicles available for release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2376E-4856-16DE-E0EB-130C099422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433" b="30000"/>
          <a:stretch>
            <a:fillRect/>
          </a:stretch>
        </p:blipFill>
        <p:spPr>
          <a:xfrm>
            <a:off x="7924800" y="-24194"/>
            <a:ext cx="4267200" cy="687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05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Studying Short and Long-term Forms of Synaptic Plasticity Using </a:t>
            </a:r>
            <a:r>
              <a:rPr lang="en-US" sz="4000" i="1" dirty="0"/>
              <a:t>Aplysia Californica</a:t>
            </a:r>
          </a:p>
        </p:txBody>
      </p:sp>
      <p:pic>
        <p:nvPicPr>
          <p:cNvPr id="481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7897813" y="2208212"/>
            <a:ext cx="3760787" cy="4432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28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97261" y="2206627"/>
            <a:ext cx="6133866" cy="443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MemorableSnail_webversion_512x288-PJPEG-Prepro" descr="Shape&#10;&#10;Description automatically generated with medium confidence">
            <a:hlinkClick r:id="" action="ppaction://media"/>
            <a:extLst>
              <a:ext uri="{FF2B5EF4-FFF2-40B4-BE49-F238E27FC236}">
                <a16:creationId xmlns:a16="http://schemas.microsoft.com/office/drawing/2014/main" id="{06922F20-62F8-41C5-8CC7-39D8C1C5C2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91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84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7E92-486B-4020-806F-92B9F80DE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8625"/>
            <a:ext cx="6019801" cy="1648286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</a:rPr>
              <a:t>Types of Learning Demonstrated by Aplysia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C9EB1D-B970-45C3-B7D0-D5814B056189}"/>
              </a:ext>
            </a:extLst>
          </p:cNvPr>
          <p:cNvGrpSpPr/>
          <p:nvPr/>
        </p:nvGrpSpPr>
        <p:grpSpPr>
          <a:xfrm>
            <a:off x="7696200" y="48625"/>
            <a:ext cx="4185856" cy="2107852"/>
            <a:chOff x="5394665" y="4064854"/>
            <a:chExt cx="6703550" cy="2793146"/>
          </a:xfrm>
        </p:grpSpPr>
        <p:pic>
          <p:nvPicPr>
            <p:cNvPr id="6" name="Picture 5" descr="Neuroscience6e-Fig-08-03-1R.jpg">
              <a:extLst>
                <a:ext uri="{FF2B5EF4-FFF2-40B4-BE49-F238E27FC236}">
                  <a16:creationId xmlns:a16="http://schemas.microsoft.com/office/drawing/2014/main" id="{7C992A11-5967-4F44-A048-9F0EAB25C7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582"/>
            <a:stretch/>
          </p:blipFill>
          <p:spPr>
            <a:xfrm>
              <a:off x="5394665" y="4064854"/>
              <a:ext cx="6703550" cy="2793146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DBF18E6-D65C-4C92-A71F-8D4DA4C9D4E6}"/>
                </a:ext>
              </a:extLst>
            </p:cNvPr>
            <p:cNvSpPr/>
            <p:nvPr/>
          </p:nvSpPr>
          <p:spPr>
            <a:xfrm>
              <a:off x="5394665" y="4064854"/>
              <a:ext cx="1242647" cy="3516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04A558-2CA7-394A-ED9D-AF73C17B6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642594"/>
              </p:ext>
            </p:extLst>
          </p:nvPr>
        </p:nvGraphicFramePr>
        <p:xfrm>
          <a:off x="638446" y="2350638"/>
          <a:ext cx="5150446" cy="3853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446">
                  <a:extLst>
                    <a:ext uri="{9D8B030D-6E8A-4147-A177-3AD203B41FA5}">
                      <a16:colId xmlns:a16="http://schemas.microsoft.com/office/drawing/2014/main" val="2102028249"/>
                    </a:ext>
                  </a:extLst>
                </a:gridCol>
              </a:tblGrid>
              <a:tr h="69773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Habituation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609254"/>
                  </a:ext>
                </a:extLst>
              </a:tr>
              <a:tr h="3155744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Reduced behavioral responsiveness to the repeated occurrence of a sensory stimulus.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Repeated weak siphon stimulation = weaker gill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02545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6AFC4F-9AC0-1ED2-7310-4195A6BFD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204075"/>
              </p:ext>
            </p:extLst>
          </p:nvPr>
        </p:nvGraphicFramePr>
        <p:xfrm>
          <a:off x="6403109" y="2350638"/>
          <a:ext cx="5150446" cy="3853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0446">
                  <a:extLst>
                    <a:ext uri="{9D8B030D-6E8A-4147-A177-3AD203B41FA5}">
                      <a16:colId xmlns:a16="http://schemas.microsoft.com/office/drawing/2014/main" val="2102028249"/>
                    </a:ext>
                  </a:extLst>
                </a:gridCol>
              </a:tblGrid>
              <a:tr h="77499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Sensitization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609254"/>
                  </a:ext>
                </a:extLst>
              </a:tr>
              <a:tr h="774994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 A process that allows an animal to generalize an aversive response to a variety of other, non-noxious stimuli.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/>
                        <a:t>Tail shock + siphon touch = stronger gill response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025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24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642" y="126427"/>
            <a:ext cx="10390716" cy="1462087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sz="4000" dirty="0"/>
              <a:t>Repeated tactile stimulation of the </a:t>
            </a:r>
            <a:r>
              <a:rPr lang="en-US" sz="4000" i="1" dirty="0"/>
              <a:t>siphon</a:t>
            </a:r>
            <a:r>
              <a:rPr lang="en-US" sz="4000" dirty="0"/>
              <a:t> causes </a:t>
            </a:r>
            <a:r>
              <a:rPr lang="en-US" sz="4000" i="1" u="sng" dirty="0"/>
              <a:t>habituation</a:t>
            </a:r>
            <a:r>
              <a:rPr lang="en-US" sz="4000" dirty="0"/>
              <a:t> of gill withdrawal reflex</a:t>
            </a:r>
          </a:p>
        </p:txBody>
      </p:sp>
      <p:pic>
        <p:nvPicPr>
          <p:cNvPr id="5" name="Picture 2" descr="Neuroscience5e-Fig-08"/>
          <p:cNvPicPr>
            <a:picLocks noChangeAspect="1" noChangeArrowheads="1"/>
          </p:cNvPicPr>
          <p:nvPr/>
        </p:nvPicPr>
        <p:blipFill rotWithShape="1">
          <a:blip r:embed="rId3"/>
          <a:srcRect r="25420" b="10877"/>
          <a:stretch/>
        </p:blipFill>
        <p:spPr bwMode="auto">
          <a:xfrm>
            <a:off x="3832224" y="1981200"/>
            <a:ext cx="4527552" cy="2295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 descr="figure 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42" r="22087" b="8261"/>
          <a:stretch/>
        </p:blipFill>
        <p:spPr bwMode="auto">
          <a:xfrm>
            <a:off x="3581400" y="4253753"/>
            <a:ext cx="4580965" cy="2604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1438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euroscience5e-Fig-08"/>
          <p:cNvPicPr>
            <a:picLocks noChangeAspect="1" noChangeArrowheads="1"/>
          </p:cNvPicPr>
          <p:nvPr/>
        </p:nvPicPr>
        <p:blipFill rotWithShape="1">
          <a:blip r:embed="rId3"/>
          <a:srcRect t="6672" b="7437"/>
          <a:stretch/>
        </p:blipFill>
        <p:spPr bwMode="auto">
          <a:xfrm>
            <a:off x="1676401" y="2148840"/>
            <a:ext cx="8531225" cy="448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76842" y="206693"/>
            <a:ext cx="10390716" cy="1462087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sz="4000" dirty="0"/>
              <a:t>The synaptic mechanism of habituation of </a:t>
            </a:r>
            <a:r>
              <a:rPr lang="en-US" sz="4000" i="1" dirty="0"/>
              <a:t>Aplysia</a:t>
            </a:r>
            <a:r>
              <a:rPr lang="en-US" sz="4000" dirty="0"/>
              <a:t> gill withdrawal reflex</a:t>
            </a:r>
          </a:p>
        </p:txBody>
      </p:sp>
      <p:pic>
        <p:nvPicPr>
          <p:cNvPr id="1026" name="Picture 2" descr="File:Modulatory interneurons and motor neurons in Aplysia californic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828800"/>
            <a:ext cx="2621604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reeform 1"/>
          <p:cNvSpPr/>
          <p:nvPr/>
        </p:nvSpPr>
        <p:spPr>
          <a:xfrm>
            <a:off x="7366001" y="3533775"/>
            <a:ext cx="396875" cy="1006612"/>
          </a:xfrm>
          <a:custGeom>
            <a:avLst/>
            <a:gdLst>
              <a:gd name="connsiteX0" fmla="*/ 209550 w 396875"/>
              <a:gd name="connsiteY0" fmla="*/ 612775 h 1006612"/>
              <a:gd name="connsiteX1" fmla="*/ 209550 w 396875"/>
              <a:gd name="connsiteY1" fmla="*/ 612775 h 1006612"/>
              <a:gd name="connsiteX2" fmla="*/ 238125 w 396875"/>
              <a:gd name="connsiteY2" fmla="*/ 609600 h 1006612"/>
              <a:gd name="connsiteX3" fmla="*/ 247650 w 396875"/>
              <a:gd name="connsiteY3" fmla="*/ 603250 h 1006612"/>
              <a:gd name="connsiteX4" fmla="*/ 295275 w 396875"/>
              <a:gd name="connsiteY4" fmla="*/ 593725 h 1006612"/>
              <a:gd name="connsiteX5" fmla="*/ 304800 w 396875"/>
              <a:gd name="connsiteY5" fmla="*/ 590550 h 1006612"/>
              <a:gd name="connsiteX6" fmla="*/ 311150 w 396875"/>
              <a:gd name="connsiteY6" fmla="*/ 571500 h 1006612"/>
              <a:gd name="connsiteX7" fmla="*/ 320675 w 396875"/>
              <a:gd name="connsiteY7" fmla="*/ 565150 h 1006612"/>
              <a:gd name="connsiteX8" fmla="*/ 327025 w 396875"/>
              <a:gd name="connsiteY8" fmla="*/ 555625 h 1006612"/>
              <a:gd name="connsiteX9" fmla="*/ 339725 w 396875"/>
              <a:gd name="connsiteY9" fmla="*/ 542925 h 1006612"/>
              <a:gd name="connsiteX10" fmla="*/ 346075 w 396875"/>
              <a:gd name="connsiteY10" fmla="*/ 457200 h 1006612"/>
              <a:gd name="connsiteX11" fmla="*/ 349250 w 396875"/>
              <a:gd name="connsiteY11" fmla="*/ 447675 h 1006612"/>
              <a:gd name="connsiteX12" fmla="*/ 355600 w 396875"/>
              <a:gd name="connsiteY12" fmla="*/ 412750 h 1006612"/>
              <a:gd name="connsiteX13" fmla="*/ 361950 w 396875"/>
              <a:gd name="connsiteY13" fmla="*/ 393700 h 1006612"/>
              <a:gd name="connsiteX14" fmla="*/ 365125 w 396875"/>
              <a:gd name="connsiteY14" fmla="*/ 384175 h 1006612"/>
              <a:gd name="connsiteX15" fmla="*/ 371475 w 396875"/>
              <a:gd name="connsiteY15" fmla="*/ 374650 h 1006612"/>
              <a:gd name="connsiteX16" fmla="*/ 374650 w 396875"/>
              <a:gd name="connsiteY16" fmla="*/ 365125 h 1006612"/>
              <a:gd name="connsiteX17" fmla="*/ 384175 w 396875"/>
              <a:gd name="connsiteY17" fmla="*/ 346075 h 1006612"/>
              <a:gd name="connsiteX18" fmla="*/ 390525 w 396875"/>
              <a:gd name="connsiteY18" fmla="*/ 307975 h 1006612"/>
              <a:gd name="connsiteX19" fmla="*/ 393700 w 396875"/>
              <a:gd name="connsiteY19" fmla="*/ 298450 h 1006612"/>
              <a:gd name="connsiteX20" fmla="*/ 396875 w 396875"/>
              <a:gd name="connsiteY20" fmla="*/ 219075 h 1006612"/>
              <a:gd name="connsiteX21" fmla="*/ 393700 w 396875"/>
              <a:gd name="connsiteY21" fmla="*/ 73025 h 1006612"/>
              <a:gd name="connsiteX22" fmla="*/ 390525 w 396875"/>
              <a:gd name="connsiteY22" fmla="*/ 57150 h 1006612"/>
              <a:gd name="connsiteX23" fmla="*/ 374650 w 396875"/>
              <a:gd name="connsiteY23" fmla="*/ 38100 h 1006612"/>
              <a:gd name="connsiteX24" fmla="*/ 355600 w 396875"/>
              <a:gd name="connsiteY24" fmla="*/ 25400 h 1006612"/>
              <a:gd name="connsiteX25" fmla="*/ 342900 w 396875"/>
              <a:gd name="connsiteY25" fmla="*/ 22225 h 1006612"/>
              <a:gd name="connsiteX26" fmla="*/ 304800 w 396875"/>
              <a:gd name="connsiteY26" fmla="*/ 9525 h 1006612"/>
              <a:gd name="connsiteX27" fmla="*/ 295275 w 396875"/>
              <a:gd name="connsiteY27" fmla="*/ 6350 h 1006612"/>
              <a:gd name="connsiteX28" fmla="*/ 266700 w 396875"/>
              <a:gd name="connsiteY28" fmla="*/ 0 h 1006612"/>
              <a:gd name="connsiteX29" fmla="*/ 203200 w 396875"/>
              <a:gd name="connsiteY29" fmla="*/ 3175 h 1006612"/>
              <a:gd name="connsiteX30" fmla="*/ 180975 w 396875"/>
              <a:gd name="connsiteY30" fmla="*/ 6350 h 1006612"/>
              <a:gd name="connsiteX31" fmla="*/ 155575 w 396875"/>
              <a:gd name="connsiteY31" fmla="*/ 12700 h 1006612"/>
              <a:gd name="connsiteX32" fmla="*/ 136525 w 396875"/>
              <a:gd name="connsiteY32" fmla="*/ 25400 h 1006612"/>
              <a:gd name="connsiteX33" fmla="*/ 101600 w 396875"/>
              <a:gd name="connsiteY33" fmla="*/ 50800 h 1006612"/>
              <a:gd name="connsiteX34" fmla="*/ 85725 w 396875"/>
              <a:gd name="connsiteY34" fmla="*/ 66675 h 1006612"/>
              <a:gd name="connsiteX35" fmla="*/ 79375 w 396875"/>
              <a:gd name="connsiteY35" fmla="*/ 76200 h 1006612"/>
              <a:gd name="connsiteX36" fmla="*/ 60325 w 396875"/>
              <a:gd name="connsiteY36" fmla="*/ 95250 h 1006612"/>
              <a:gd name="connsiteX37" fmla="*/ 50800 w 396875"/>
              <a:gd name="connsiteY37" fmla="*/ 114300 h 1006612"/>
              <a:gd name="connsiteX38" fmla="*/ 41275 w 396875"/>
              <a:gd name="connsiteY38" fmla="*/ 136525 h 1006612"/>
              <a:gd name="connsiteX39" fmla="*/ 25400 w 396875"/>
              <a:gd name="connsiteY39" fmla="*/ 158750 h 1006612"/>
              <a:gd name="connsiteX40" fmla="*/ 22225 w 396875"/>
              <a:gd name="connsiteY40" fmla="*/ 168275 h 1006612"/>
              <a:gd name="connsiteX41" fmla="*/ 9525 w 396875"/>
              <a:gd name="connsiteY41" fmla="*/ 203200 h 1006612"/>
              <a:gd name="connsiteX42" fmla="*/ 6350 w 396875"/>
              <a:gd name="connsiteY42" fmla="*/ 219075 h 1006612"/>
              <a:gd name="connsiteX43" fmla="*/ 0 w 396875"/>
              <a:gd name="connsiteY43" fmla="*/ 285750 h 1006612"/>
              <a:gd name="connsiteX44" fmla="*/ 3175 w 396875"/>
              <a:gd name="connsiteY44" fmla="*/ 466725 h 1006612"/>
              <a:gd name="connsiteX45" fmla="*/ 6350 w 396875"/>
              <a:gd name="connsiteY45" fmla="*/ 482600 h 1006612"/>
              <a:gd name="connsiteX46" fmla="*/ 9525 w 396875"/>
              <a:gd name="connsiteY46" fmla="*/ 501650 h 1006612"/>
              <a:gd name="connsiteX47" fmla="*/ 12700 w 396875"/>
              <a:gd name="connsiteY47" fmla="*/ 511175 h 1006612"/>
              <a:gd name="connsiteX48" fmla="*/ 15875 w 396875"/>
              <a:gd name="connsiteY48" fmla="*/ 530225 h 1006612"/>
              <a:gd name="connsiteX49" fmla="*/ 25400 w 396875"/>
              <a:gd name="connsiteY49" fmla="*/ 565150 h 1006612"/>
              <a:gd name="connsiteX50" fmla="*/ 31750 w 396875"/>
              <a:gd name="connsiteY50" fmla="*/ 590550 h 1006612"/>
              <a:gd name="connsiteX51" fmla="*/ 34925 w 396875"/>
              <a:gd name="connsiteY51" fmla="*/ 603250 h 1006612"/>
              <a:gd name="connsiteX52" fmla="*/ 41275 w 396875"/>
              <a:gd name="connsiteY52" fmla="*/ 619125 h 1006612"/>
              <a:gd name="connsiteX53" fmla="*/ 44450 w 396875"/>
              <a:gd name="connsiteY53" fmla="*/ 635000 h 1006612"/>
              <a:gd name="connsiteX54" fmla="*/ 50800 w 396875"/>
              <a:gd name="connsiteY54" fmla="*/ 660400 h 1006612"/>
              <a:gd name="connsiteX55" fmla="*/ 53975 w 396875"/>
              <a:gd name="connsiteY55" fmla="*/ 673100 h 1006612"/>
              <a:gd name="connsiteX56" fmla="*/ 63500 w 396875"/>
              <a:gd name="connsiteY56" fmla="*/ 692150 h 1006612"/>
              <a:gd name="connsiteX57" fmla="*/ 66675 w 396875"/>
              <a:gd name="connsiteY57" fmla="*/ 717550 h 1006612"/>
              <a:gd name="connsiteX58" fmla="*/ 73025 w 396875"/>
              <a:gd name="connsiteY58" fmla="*/ 730250 h 1006612"/>
              <a:gd name="connsiteX59" fmla="*/ 76200 w 396875"/>
              <a:gd name="connsiteY59" fmla="*/ 746125 h 1006612"/>
              <a:gd name="connsiteX60" fmla="*/ 79375 w 396875"/>
              <a:gd name="connsiteY60" fmla="*/ 755650 h 1006612"/>
              <a:gd name="connsiteX61" fmla="*/ 82550 w 396875"/>
              <a:gd name="connsiteY61" fmla="*/ 768350 h 1006612"/>
              <a:gd name="connsiteX62" fmla="*/ 88900 w 396875"/>
              <a:gd name="connsiteY62" fmla="*/ 803275 h 1006612"/>
              <a:gd name="connsiteX63" fmla="*/ 92075 w 396875"/>
              <a:gd name="connsiteY63" fmla="*/ 819150 h 1006612"/>
              <a:gd name="connsiteX64" fmla="*/ 95250 w 396875"/>
              <a:gd name="connsiteY64" fmla="*/ 838200 h 1006612"/>
              <a:gd name="connsiteX65" fmla="*/ 101600 w 396875"/>
              <a:gd name="connsiteY65" fmla="*/ 850900 h 1006612"/>
              <a:gd name="connsiteX66" fmla="*/ 114300 w 396875"/>
              <a:gd name="connsiteY66" fmla="*/ 876300 h 1006612"/>
              <a:gd name="connsiteX67" fmla="*/ 127000 w 396875"/>
              <a:gd name="connsiteY67" fmla="*/ 892175 h 1006612"/>
              <a:gd name="connsiteX68" fmla="*/ 136525 w 396875"/>
              <a:gd name="connsiteY68" fmla="*/ 901700 h 1006612"/>
              <a:gd name="connsiteX69" fmla="*/ 155575 w 396875"/>
              <a:gd name="connsiteY69" fmla="*/ 920750 h 1006612"/>
              <a:gd name="connsiteX70" fmla="*/ 174625 w 396875"/>
              <a:gd name="connsiteY70" fmla="*/ 939800 h 1006612"/>
              <a:gd name="connsiteX71" fmla="*/ 193675 w 396875"/>
              <a:gd name="connsiteY71" fmla="*/ 958850 h 1006612"/>
              <a:gd name="connsiteX72" fmla="*/ 234950 w 396875"/>
              <a:gd name="connsiteY72" fmla="*/ 987425 h 1006612"/>
              <a:gd name="connsiteX73" fmla="*/ 263525 w 396875"/>
              <a:gd name="connsiteY73" fmla="*/ 1006475 h 1006612"/>
              <a:gd name="connsiteX74" fmla="*/ 304800 w 396875"/>
              <a:gd name="connsiteY74" fmla="*/ 993775 h 1006612"/>
              <a:gd name="connsiteX75" fmla="*/ 311150 w 396875"/>
              <a:gd name="connsiteY75" fmla="*/ 984250 h 1006612"/>
              <a:gd name="connsiteX76" fmla="*/ 307975 w 396875"/>
              <a:gd name="connsiteY76" fmla="*/ 892175 h 1006612"/>
              <a:gd name="connsiteX77" fmla="*/ 298450 w 396875"/>
              <a:gd name="connsiteY77" fmla="*/ 885825 h 1006612"/>
              <a:gd name="connsiteX78" fmla="*/ 292100 w 396875"/>
              <a:gd name="connsiteY78" fmla="*/ 876300 h 1006612"/>
              <a:gd name="connsiteX79" fmla="*/ 282575 w 396875"/>
              <a:gd name="connsiteY79" fmla="*/ 838200 h 1006612"/>
              <a:gd name="connsiteX80" fmla="*/ 279400 w 396875"/>
              <a:gd name="connsiteY80" fmla="*/ 815975 h 1006612"/>
              <a:gd name="connsiteX81" fmla="*/ 273050 w 396875"/>
              <a:gd name="connsiteY81" fmla="*/ 806450 h 1006612"/>
              <a:gd name="connsiteX82" fmla="*/ 269875 w 396875"/>
              <a:gd name="connsiteY82" fmla="*/ 793750 h 1006612"/>
              <a:gd name="connsiteX83" fmla="*/ 266700 w 396875"/>
              <a:gd name="connsiteY83" fmla="*/ 774700 h 1006612"/>
              <a:gd name="connsiteX84" fmla="*/ 263525 w 396875"/>
              <a:gd name="connsiteY84" fmla="*/ 758825 h 1006612"/>
              <a:gd name="connsiteX85" fmla="*/ 266700 w 396875"/>
              <a:gd name="connsiteY85" fmla="*/ 679450 h 1006612"/>
              <a:gd name="connsiteX86" fmla="*/ 273050 w 396875"/>
              <a:gd name="connsiteY86" fmla="*/ 619125 h 1006612"/>
              <a:gd name="connsiteX87" fmla="*/ 266700 w 396875"/>
              <a:gd name="connsiteY87" fmla="*/ 603250 h 1006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396875" h="1006612">
                <a:moveTo>
                  <a:pt x="209550" y="612775"/>
                </a:moveTo>
                <a:lnTo>
                  <a:pt x="209550" y="612775"/>
                </a:lnTo>
                <a:cubicBezTo>
                  <a:pt x="219075" y="611717"/>
                  <a:pt x="228828" y="611924"/>
                  <a:pt x="238125" y="609600"/>
                </a:cubicBezTo>
                <a:cubicBezTo>
                  <a:pt x="241827" y="608675"/>
                  <a:pt x="244163" y="604800"/>
                  <a:pt x="247650" y="603250"/>
                </a:cubicBezTo>
                <a:cubicBezTo>
                  <a:pt x="266411" y="594912"/>
                  <a:pt x="273478" y="596147"/>
                  <a:pt x="295275" y="593725"/>
                </a:cubicBezTo>
                <a:cubicBezTo>
                  <a:pt x="298450" y="592667"/>
                  <a:pt x="302855" y="593273"/>
                  <a:pt x="304800" y="590550"/>
                </a:cubicBezTo>
                <a:cubicBezTo>
                  <a:pt x="308691" y="585103"/>
                  <a:pt x="305581" y="575213"/>
                  <a:pt x="311150" y="571500"/>
                </a:cubicBezTo>
                <a:lnTo>
                  <a:pt x="320675" y="565150"/>
                </a:lnTo>
                <a:cubicBezTo>
                  <a:pt x="322792" y="561975"/>
                  <a:pt x="324045" y="558009"/>
                  <a:pt x="327025" y="555625"/>
                </a:cubicBezTo>
                <a:cubicBezTo>
                  <a:pt x="342419" y="543310"/>
                  <a:pt x="332798" y="563707"/>
                  <a:pt x="339725" y="542925"/>
                </a:cubicBezTo>
                <a:cubicBezTo>
                  <a:pt x="340590" y="529081"/>
                  <a:pt x="343458" y="475521"/>
                  <a:pt x="346075" y="457200"/>
                </a:cubicBezTo>
                <a:cubicBezTo>
                  <a:pt x="346548" y="453887"/>
                  <a:pt x="348524" y="450942"/>
                  <a:pt x="349250" y="447675"/>
                </a:cubicBezTo>
                <a:cubicBezTo>
                  <a:pt x="352154" y="434606"/>
                  <a:pt x="352133" y="425462"/>
                  <a:pt x="355600" y="412750"/>
                </a:cubicBezTo>
                <a:cubicBezTo>
                  <a:pt x="357361" y="406292"/>
                  <a:pt x="359833" y="400050"/>
                  <a:pt x="361950" y="393700"/>
                </a:cubicBezTo>
                <a:cubicBezTo>
                  <a:pt x="363008" y="390525"/>
                  <a:pt x="363269" y="386960"/>
                  <a:pt x="365125" y="384175"/>
                </a:cubicBezTo>
                <a:cubicBezTo>
                  <a:pt x="367242" y="381000"/>
                  <a:pt x="369768" y="378063"/>
                  <a:pt x="371475" y="374650"/>
                </a:cubicBezTo>
                <a:cubicBezTo>
                  <a:pt x="372972" y="371657"/>
                  <a:pt x="373153" y="368118"/>
                  <a:pt x="374650" y="365125"/>
                </a:cubicBezTo>
                <a:cubicBezTo>
                  <a:pt x="382410" y="349605"/>
                  <a:pt x="380185" y="362036"/>
                  <a:pt x="384175" y="346075"/>
                </a:cubicBezTo>
                <a:cubicBezTo>
                  <a:pt x="389855" y="323356"/>
                  <a:pt x="385149" y="334857"/>
                  <a:pt x="390525" y="307975"/>
                </a:cubicBezTo>
                <a:cubicBezTo>
                  <a:pt x="391181" y="304693"/>
                  <a:pt x="392642" y="301625"/>
                  <a:pt x="393700" y="298450"/>
                </a:cubicBezTo>
                <a:cubicBezTo>
                  <a:pt x="394758" y="271992"/>
                  <a:pt x="396875" y="245554"/>
                  <a:pt x="396875" y="219075"/>
                </a:cubicBezTo>
                <a:cubicBezTo>
                  <a:pt x="396875" y="170380"/>
                  <a:pt x="395608" y="121682"/>
                  <a:pt x="393700" y="73025"/>
                </a:cubicBezTo>
                <a:cubicBezTo>
                  <a:pt x="393489" y="67633"/>
                  <a:pt x="392420" y="62203"/>
                  <a:pt x="390525" y="57150"/>
                </a:cubicBezTo>
                <a:cubicBezTo>
                  <a:pt x="388367" y="51395"/>
                  <a:pt x="379010" y="41491"/>
                  <a:pt x="374650" y="38100"/>
                </a:cubicBezTo>
                <a:cubicBezTo>
                  <a:pt x="368626" y="33415"/>
                  <a:pt x="363004" y="27251"/>
                  <a:pt x="355600" y="25400"/>
                </a:cubicBezTo>
                <a:cubicBezTo>
                  <a:pt x="351367" y="24342"/>
                  <a:pt x="347080" y="23479"/>
                  <a:pt x="342900" y="22225"/>
                </a:cubicBezTo>
                <a:cubicBezTo>
                  <a:pt x="330126" y="18393"/>
                  <a:pt x="317467" y="13747"/>
                  <a:pt x="304800" y="9525"/>
                </a:cubicBezTo>
                <a:cubicBezTo>
                  <a:pt x="301625" y="8467"/>
                  <a:pt x="298576" y="6900"/>
                  <a:pt x="295275" y="6350"/>
                </a:cubicBezTo>
                <a:cubicBezTo>
                  <a:pt x="272924" y="2625"/>
                  <a:pt x="282332" y="5211"/>
                  <a:pt x="266700" y="0"/>
                </a:cubicBezTo>
                <a:cubicBezTo>
                  <a:pt x="245533" y="1058"/>
                  <a:pt x="224335" y="1609"/>
                  <a:pt x="203200" y="3175"/>
                </a:cubicBezTo>
                <a:cubicBezTo>
                  <a:pt x="195737" y="3728"/>
                  <a:pt x="188313" y="4882"/>
                  <a:pt x="180975" y="6350"/>
                </a:cubicBezTo>
                <a:cubicBezTo>
                  <a:pt x="172417" y="8062"/>
                  <a:pt x="155575" y="12700"/>
                  <a:pt x="155575" y="12700"/>
                </a:cubicBezTo>
                <a:lnTo>
                  <a:pt x="136525" y="25400"/>
                </a:lnTo>
                <a:cubicBezTo>
                  <a:pt x="127427" y="31465"/>
                  <a:pt x="104445" y="46532"/>
                  <a:pt x="101600" y="50800"/>
                </a:cubicBezTo>
                <a:cubicBezTo>
                  <a:pt x="93133" y="63500"/>
                  <a:pt x="98425" y="58208"/>
                  <a:pt x="85725" y="66675"/>
                </a:cubicBezTo>
                <a:cubicBezTo>
                  <a:pt x="83608" y="69850"/>
                  <a:pt x="81910" y="73348"/>
                  <a:pt x="79375" y="76200"/>
                </a:cubicBezTo>
                <a:cubicBezTo>
                  <a:pt x="73409" y="82912"/>
                  <a:pt x="64341" y="87218"/>
                  <a:pt x="60325" y="95250"/>
                </a:cubicBezTo>
                <a:cubicBezTo>
                  <a:pt x="57150" y="101600"/>
                  <a:pt x="53683" y="107812"/>
                  <a:pt x="50800" y="114300"/>
                </a:cubicBezTo>
                <a:cubicBezTo>
                  <a:pt x="44152" y="129257"/>
                  <a:pt x="51916" y="119499"/>
                  <a:pt x="41275" y="136525"/>
                </a:cubicBezTo>
                <a:cubicBezTo>
                  <a:pt x="37680" y="142278"/>
                  <a:pt x="28758" y="152033"/>
                  <a:pt x="25400" y="158750"/>
                </a:cubicBezTo>
                <a:cubicBezTo>
                  <a:pt x="23903" y="161743"/>
                  <a:pt x="23400" y="165141"/>
                  <a:pt x="22225" y="168275"/>
                </a:cubicBezTo>
                <a:cubicBezTo>
                  <a:pt x="18708" y="177654"/>
                  <a:pt x="11431" y="193671"/>
                  <a:pt x="9525" y="203200"/>
                </a:cubicBezTo>
                <a:cubicBezTo>
                  <a:pt x="8467" y="208492"/>
                  <a:pt x="6969" y="213714"/>
                  <a:pt x="6350" y="219075"/>
                </a:cubicBezTo>
                <a:cubicBezTo>
                  <a:pt x="3791" y="241253"/>
                  <a:pt x="0" y="285750"/>
                  <a:pt x="0" y="285750"/>
                </a:cubicBezTo>
                <a:cubicBezTo>
                  <a:pt x="1058" y="346075"/>
                  <a:pt x="1230" y="406422"/>
                  <a:pt x="3175" y="466725"/>
                </a:cubicBezTo>
                <a:cubicBezTo>
                  <a:pt x="3349" y="472119"/>
                  <a:pt x="5385" y="477291"/>
                  <a:pt x="6350" y="482600"/>
                </a:cubicBezTo>
                <a:cubicBezTo>
                  <a:pt x="7502" y="488934"/>
                  <a:pt x="8128" y="495366"/>
                  <a:pt x="9525" y="501650"/>
                </a:cubicBezTo>
                <a:cubicBezTo>
                  <a:pt x="10251" y="504917"/>
                  <a:pt x="11974" y="507908"/>
                  <a:pt x="12700" y="511175"/>
                </a:cubicBezTo>
                <a:cubicBezTo>
                  <a:pt x="14097" y="517459"/>
                  <a:pt x="14526" y="523930"/>
                  <a:pt x="15875" y="530225"/>
                </a:cubicBezTo>
                <a:cubicBezTo>
                  <a:pt x="28580" y="589513"/>
                  <a:pt x="17340" y="535595"/>
                  <a:pt x="25400" y="565150"/>
                </a:cubicBezTo>
                <a:cubicBezTo>
                  <a:pt x="27696" y="573570"/>
                  <a:pt x="29633" y="582083"/>
                  <a:pt x="31750" y="590550"/>
                </a:cubicBezTo>
                <a:cubicBezTo>
                  <a:pt x="32808" y="594783"/>
                  <a:pt x="33304" y="599198"/>
                  <a:pt x="34925" y="603250"/>
                </a:cubicBezTo>
                <a:cubicBezTo>
                  <a:pt x="37042" y="608542"/>
                  <a:pt x="39637" y="613666"/>
                  <a:pt x="41275" y="619125"/>
                </a:cubicBezTo>
                <a:cubicBezTo>
                  <a:pt x="42826" y="624294"/>
                  <a:pt x="43237" y="629742"/>
                  <a:pt x="44450" y="635000"/>
                </a:cubicBezTo>
                <a:cubicBezTo>
                  <a:pt x="46412" y="643504"/>
                  <a:pt x="48683" y="651933"/>
                  <a:pt x="50800" y="660400"/>
                </a:cubicBezTo>
                <a:cubicBezTo>
                  <a:pt x="51858" y="664633"/>
                  <a:pt x="51554" y="669469"/>
                  <a:pt x="53975" y="673100"/>
                </a:cubicBezTo>
                <a:cubicBezTo>
                  <a:pt x="62181" y="685410"/>
                  <a:pt x="59118" y="679005"/>
                  <a:pt x="63500" y="692150"/>
                </a:cubicBezTo>
                <a:cubicBezTo>
                  <a:pt x="64558" y="700617"/>
                  <a:pt x="64606" y="709272"/>
                  <a:pt x="66675" y="717550"/>
                </a:cubicBezTo>
                <a:cubicBezTo>
                  <a:pt x="67823" y="722142"/>
                  <a:pt x="71528" y="725760"/>
                  <a:pt x="73025" y="730250"/>
                </a:cubicBezTo>
                <a:cubicBezTo>
                  <a:pt x="74732" y="735370"/>
                  <a:pt x="74891" y="740890"/>
                  <a:pt x="76200" y="746125"/>
                </a:cubicBezTo>
                <a:cubicBezTo>
                  <a:pt x="77012" y="749372"/>
                  <a:pt x="78456" y="752432"/>
                  <a:pt x="79375" y="755650"/>
                </a:cubicBezTo>
                <a:cubicBezTo>
                  <a:pt x="80574" y="759846"/>
                  <a:pt x="81603" y="764090"/>
                  <a:pt x="82550" y="768350"/>
                </a:cubicBezTo>
                <a:cubicBezTo>
                  <a:pt x="86471" y="785996"/>
                  <a:pt x="85454" y="784320"/>
                  <a:pt x="88900" y="803275"/>
                </a:cubicBezTo>
                <a:cubicBezTo>
                  <a:pt x="89865" y="808584"/>
                  <a:pt x="91110" y="813841"/>
                  <a:pt x="92075" y="819150"/>
                </a:cubicBezTo>
                <a:cubicBezTo>
                  <a:pt x="93227" y="825484"/>
                  <a:pt x="93400" y="832034"/>
                  <a:pt x="95250" y="838200"/>
                </a:cubicBezTo>
                <a:cubicBezTo>
                  <a:pt x="96610" y="842733"/>
                  <a:pt x="99678" y="846575"/>
                  <a:pt x="101600" y="850900"/>
                </a:cubicBezTo>
                <a:cubicBezTo>
                  <a:pt x="108903" y="867331"/>
                  <a:pt x="105100" y="864033"/>
                  <a:pt x="114300" y="876300"/>
                </a:cubicBezTo>
                <a:cubicBezTo>
                  <a:pt x="118366" y="881721"/>
                  <a:pt x="122538" y="887075"/>
                  <a:pt x="127000" y="892175"/>
                </a:cubicBezTo>
                <a:cubicBezTo>
                  <a:pt x="129957" y="895554"/>
                  <a:pt x="133831" y="898108"/>
                  <a:pt x="136525" y="901700"/>
                </a:cubicBezTo>
                <a:cubicBezTo>
                  <a:pt x="151521" y="921694"/>
                  <a:pt x="138162" y="914946"/>
                  <a:pt x="155575" y="920750"/>
                </a:cubicBezTo>
                <a:cubicBezTo>
                  <a:pt x="161718" y="939179"/>
                  <a:pt x="154006" y="922930"/>
                  <a:pt x="174625" y="939800"/>
                </a:cubicBezTo>
                <a:cubicBezTo>
                  <a:pt x="181575" y="945487"/>
                  <a:pt x="185974" y="954230"/>
                  <a:pt x="193675" y="958850"/>
                </a:cubicBezTo>
                <a:cubicBezTo>
                  <a:pt x="212308" y="970030"/>
                  <a:pt x="215448" y="971173"/>
                  <a:pt x="234950" y="987425"/>
                </a:cubicBezTo>
                <a:cubicBezTo>
                  <a:pt x="256571" y="1005443"/>
                  <a:pt x="246158" y="1000686"/>
                  <a:pt x="263525" y="1006475"/>
                </a:cubicBezTo>
                <a:cubicBezTo>
                  <a:pt x="319275" y="1001829"/>
                  <a:pt x="293836" y="1015703"/>
                  <a:pt x="304800" y="993775"/>
                </a:cubicBezTo>
                <a:cubicBezTo>
                  <a:pt x="306507" y="990362"/>
                  <a:pt x="309033" y="987425"/>
                  <a:pt x="311150" y="984250"/>
                </a:cubicBezTo>
                <a:cubicBezTo>
                  <a:pt x="310092" y="953558"/>
                  <a:pt x="311905" y="922632"/>
                  <a:pt x="307975" y="892175"/>
                </a:cubicBezTo>
                <a:cubicBezTo>
                  <a:pt x="307487" y="888390"/>
                  <a:pt x="301148" y="888523"/>
                  <a:pt x="298450" y="885825"/>
                </a:cubicBezTo>
                <a:cubicBezTo>
                  <a:pt x="295752" y="883127"/>
                  <a:pt x="293650" y="879787"/>
                  <a:pt x="292100" y="876300"/>
                </a:cubicBezTo>
                <a:cubicBezTo>
                  <a:pt x="285717" y="861938"/>
                  <a:pt x="284924" y="853469"/>
                  <a:pt x="282575" y="838200"/>
                </a:cubicBezTo>
                <a:cubicBezTo>
                  <a:pt x="281437" y="830803"/>
                  <a:pt x="281550" y="823143"/>
                  <a:pt x="279400" y="815975"/>
                </a:cubicBezTo>
                <a:cubicBezTo>
                  <a:pt x="278304" y="812320"/>
                  <a:pt x="275167" y="809625"/>
                  <a:pt x="273050" y="806450"/>
                </a:cubicBezTo>
                <a:cubicBezTo>
                  <a:pt x="271992" y="802217"/>
                  <a:pt x="270731" y="798029"/>
                  <a:pt x="269875" y="793750"/>
                </a:cubicBezTo>
                <a:cubicBezTo>
                  <a:pt x="268612" y="787437"/>
                  <a:pt x="267852" y="781034"/>
                  <a:pt x="266700" y="774700"/>
                </a:cubicBezTo>
                <a:cubicBezTo>
                  <a:pt x="265735" y="769391"/>
                  <a:pt x="264583" y="764117"/>
                  <a:pt x="263525" y="758825"/>
                </a:cubicBezTo>
                <a:cubicBezTo>
                  <a:pt x="264583" y="732367"/>
                  <a:pt x="265410" y="705898"/>
                  <a:pt x="266700" y="679450"/>
                </a:cubicBezTo>
                <a:cubicBezTo>
                  <a:pt x="269214" y="627920"/>
                  <a:pt x="264681" y="644231"/>
                  <a:pt x="273050" y="619125"/>
                </a:cubicBezTo>
                <a:cubicBezTo>
                  <a:pt x="269127" y="607355"/>
                  <a:pt x="271372" y="612593"/>
                  <a:pt x="266700" y="603250"/>
                </a:cubicBezTo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2600" y="3241675"/>
            <a:ext cx="6096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676400" y="3581400"/>
            <a:ext cx="5943600" cy="304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5FBE215E-3E7C-43E6-A4A3-CFB843D082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246129"/>
              </p:ext>
            </p:extLst>
          </p:nvPr>
        </p:nvGraphicFramePr>
        <p:xfrm>
          <a:off x="853440" y="3581399"/>
          <a:ext cx="6766560" cy="3095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Frame 3">
            <a:extLst>
              <a:ext uri="{FF2B5EF4-FFF2-40B4-BE49-F238E27FC236}">
                <a16:creationId xmlns:a16="http://schemas.microsoft.com/office/drawing/2014/main" id="{9C67F5C5-1580-F0E1-5E9C-97FD5F270777}"/>
              </a:ext>
            </a:extLst>
          </p:cNvPr>
          <p:cNvSpPr/>
          <p:nvPr/>
        </p:nvSpPr>
        <p:spPr>
          <a:xfrm>
            <a:off x="7543799" y="3867218"/>
            <a:ext cx="685801" cy="323782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900642" y="228599"/>
            <a:ext cx="10390716" cy="1462087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sz="4000" dirty="0"/>
              <a:t>Noxious stimulation of the </a:t>
            </a:r>
            <a:r>
              <a:rPr lang="en-US" sz="4000" i="1" dirty="0"/>
              <a:t>tail</a:t>
            </a:r>
            <a:r>
              <a:rPr lang="en-US" sz="4000" dirty="0"/>
              <a:t> causes </a:t>
            </a:r>
            <a:r>
              <a:rPr lang="en-US" sz="4000" i="1" u="sng" dirty="0"/>
              <a:t>sensitization</a:t>
            </a:r>
            <a:r>
              <a:rPr lang="en-US" sz="4000" dirty="0"/>
              <a:t> of the gill withdrawal reflex</a:t>
            </a:r>
          </a:p>
        </p:txBody>
      </p:sp>
      <p:pic>
        <p:nvPicPr>
          <p:cNvPr id="5" name="Picture 2" descr="Neuroscience5e-Fig-08"/>
          <p:cNvPicPr>
            <a:picLocks noChangeAspect="1" noChangeArrowheads="1"/>
          </p:cNvPicPr>
          <p:nvPr/>
        </p:nvPicPr>
        <p:blipFill rotWithShape="1">
          <a:blip r:embed="rId3"/>
          <a:srcRect b="10877"/>
          <a:stretch/>
        </p:blipFill>
        <p:spPr bwMode="auto">
          <a:xfrm>
            <a:off x="1752600" y="1905000"/>
            <a:ext cx="5120640" cy="1936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 descr="figure 8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0"/>
          <a:stretch/>
        </p:blipFill>
        <p:spPr bwMode="auto">
          <a:xfrm>
            <a:off x="1142999" y="3820517"/>
            <a:ext cx="5879592" cy="2851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C65A7007-A711-1496-5DBB-AC167D31CDE5}"/>
              </a:ext>
            </a:extLst>
          </p:cNvPr>
          <p:cNvSpPr/>
          <p:nvPr/>
        </p:nvSpPr>
        <p:spPr>
          <a:xfrm>
            <a:off x="5486399" y="1905000"/>
            <a:ext cx="1752600" cy="4794180"/>
          </a:xfrm>
          <a:prstGeom prst="frame">
            <a:avLst>
              <a:gd name="adj1" fmla="val 222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96B30D-F87D-926B-7A32-2355A54CEF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346" t="44444"/>
          <a:stretch>
            <a:fillRect/>
          </a:stretch>
        </p:blipFill>
        <p:spPr>
          <a:xfrm>
            <a:off x="7510550" y="1805567"/>
            <a:ext cx="4376650" cy="50524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Neuroscience5e-Fig-08"/>
          <p:cNvPicPr>
            <a:picLocks noChangeAspect="1" noChangeArrowheads="1"/>
          </p:cNvPicPr>
          <p:nvPr/>
        </p:nvPicPr>
        <p:blipFill rotWithShape="1">
          <a:blip r:embed="rId3"/>
          <a:srcRect t="6672" b="7437"/>
          <a:stretch/>
        </p:blipFill>
        <p:spPr bwMode="auto">
          <a:xfrm>
            <a:off x="1676401" y="2148840"/>
            <a:ext cx="8531225" cy="4480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900642" y="206694"/>
            <a:ext cx="10390716" cy="1462087"/>
          </a:xfrm>
          <a:noFill/>
          <a:ln>
            <a:noFill/>
          </a:ln>
        </p:spPr>
        <p:txBody>
          <a:bodyPr/>
          <a:lstStyle/>
          <a:p>
            <a:pPr algn="ctr"/>
            <a:r>
              <a:rPr lang="en-US" sz="4000" dirty="0"/>
              <a:t>Synaptic mechanisms of sensitization</a:t>
            </a:r>
          </a:p>
        </p:txBody>
      </p:sp>
      <p:pic>
        <p:nvPicPr>
          <p:cNvPr id="1026" name="Picture 2" descr="File:Modulatory interneurons and motor neurons in Aplysia californic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140" y="1828801"/>
            <a:ext cx="2684428" cy="1638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598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135A6503-50BB-49D4-B304-216A86F72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133600"/>
            <a:ext cx="4011084" cy="3992564"/>
          </a:xfrm>
        </p:spPr>
        <p:txBody>
          <a:bodyPr/>
          <a:lstStyle/>
          <a:p>
            <a:r>
              <a:rPr lang="en-US" sz="4000" dirty="0"/>
              <a:t>The synaptic mechanisms of </a:t>
            </a:r>
            <a:r>
              <a:rPr lang="en-US" sz="4000" i="1" u="sng" dirty="0"/>
              <a:t>short-term</a:t>
            </a:r>
            <a:r>
              <a:rPr lang="en-US" sz="4000" i="1" dirty="0"/>
              <a:t> sensitization</a:t>
            </a:r>
            <a:endParaRPr lang="en-US" sz="4000" dirty="0"/>
          </a:p>
        </p:txBody>
      </p:sp>
      <p:pic>
        <p:nvPicPr>
          <p:cNvPr id="4" name="Picture 2" descr="Neuroscience5e-Fig-08"/>
          <p:cNvPicPr>
            <a:picLocks noChangeAspect="1" noChangeArrowheads="1"/>
          </p:cNvPicPr>
          <p:nvPr/>
        </p:nvPicPr>
        <p:blipFill rotWithShape="1">
          <a:blip r:embed="rId4"/>
          <a:srcRect l="4520" t="1101" r="823" b="5932"/>
          <a:stretch/>
        </p:blipFill>
        <p:spPr bwMode="auto">
          <a:xfrm>
            <a:off x="4191000" y="228600"/>
            <a:ext cx="7899583" cy="6400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science5e-Fig-0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90"/>
          <a:stretch/>
        </p:blipFill>
        <p:spPr bwMode="auto">
          <a:xfrm>
            <a:off x="3977646" y="228600"/>
            <a:ext cx="7680954" cy="6351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D56353C-868F-4F3E-861C-24ADA9009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825650"/>
              </p:ext>
            </p:extLst>
          </p:nvPr>
        </p:nvGraphicFramePr>
        <p:xfrm>
          <a:off x="381000" y="274636"/>
          <a:ext cx="3657600" cy="632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D56353C-868F-4F3E-861C-24ADA9009E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3120842"/>
              </p:ext>
            </p:extLst>
          </p:nvPr>
        </p:nvGraphicFramePr>
        <p:xfrm>
          <a:off x="304800" y="152400"/>
          <a:ext cx="11658600" cy="655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30552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0FB8081-7C95-478C-AEAA-56E833E6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 i="1" u="sng" dirty="0"/>
              <a:t>Long-term</a:t>
            </a:r>
            <a:r>
              <a:rPr lang="en-US" dirty="0"/>
              <a:t> (weeks-long) </a:t>
            </a:r>
            <a:r>
              <a:rPr lang="en-US" i="1" dirty="0"/>
              <a:t>sensitization</a:t>
            </a:r>
            <a:r>
              <a:rPr lang="en-US" dirty="0"/>
              <a:t> requires changes in gene transcription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58FF5EA3-87BA-4E26-AF07-0A9591A6F697}"/>
              </a:ext>
            </a:extLst>
          </p:cNvPr>
          <p:cNvSpPr/>
          <p:nvPr/>
        </p:nvSpPr>
        <p:spPr>
          <a:xfrm>
            <a:off x="245485" y="2303973"/>
            <a:ext cx="5669280" cy="534871"/>
          </a:xfrm>
          <a:custGeom>
            <a:avLst/>
            <a:gdLst>
              <a:gd name="connsiteX0" fmla="*/ 0 w 5669280"/>
              <a:gd name="connsiteY0" fmla="*/ 156003 h 936000"/>
              <a:gd name="connsiteX1" fmla="*/ 156003 w 5669280"/>
              <a:gd name="connsiteY1" fmla="*/ 0 h 936000"/>
              <a:gd name="connsiteX2" fmla="*/ 5513277 w 5669280"/>
              <a:gd name="connsiteY2" fmla="*/ 0 h 936000"/>
              <a:gd name="connsiteX3" fmla="*/ 5669280 w 5669280"/>
              <a:gd name="connsiteY3" fmla="*/ 156003 h 936000"/>
              <a:gd name="connsiteX4" fmla="*/ 5669280 w 5669280"/>
              <a:gd name="connsiteY4" fmla="*/ 779997 h 936000"/>
              <a:gd name="connsiteX5" fmla="*/ 5513277 w 5669280"/>
              <a:gd name="connsiteY5" fmla="*/ 936000 h 936000"/>
              <a:gd name="connsiteX6" fmla="*/ 156003 w 5669280"/>
              <a:gd name="connsiteY6" fmla="*/ 936000 h 936000"/>
              <a:gd name="connsiteX7" fmla="*/ 0 w 5669280"/>
              <a:gd name="connsiteY7" fmla="*/ 779997 h 936000"/>
              <a:gd name="connsiteX8" fmla="*/ 0 w 5669280"/>
              <a:gd name="connsiteY8" fmla="*/ 156003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9280" h="936000">
                <a:moveTo>
                  <a:pt x="0" y="156003"/>
                </a:moveTo>
                <a:cubicBezTo>
                  <a:pt x="0" y="69845"/>
                  <a:pt x="69845" y="0"/>
                  <a:pt x="156003" y="0"/>
                </a:cubicBezTo>
                <a:lnTo>
                  <a:pt x="5513277" y="0"/>
                </a:lnTo>
                <a:cubicBezTo>
                  <a:pt x="5599435" y="0"/>
                  <a:pt x="5669280" y="69845"/>
                  <a:pt x="5669280" y="156003"/>
                </a:cubicBezTo>
                <a:lnTo>
                  <a:pt x="5669280" y="779997"/>
                </a:lnTo>
                <a:cubicBezTo>
                  <a:pt x="5669280" y="866155"/>
                  <a:pt x="5599435" y="936000"/>
                  <a:pt x="5513277" y="936000"/>
                </a:cubicBezTo>
                <a:lnTo>
                  <a:pt x="156003" y="936000"/>
                </a:lnTo>
                <a:cubicBezTo>
                  <a:pt x="69845" y="936000"/>
                  <a:pt x="0" y="866155"/>
                  <a:pt x="0" y="779997"/>
                </a:cubicBezTo>
                <a:lnTo>
                  <a:pt x="0" y="156003"/>
                </a:lnTo>
                <a:close/>
              </a:path>
            </a:pathLst>
          </a:custGeom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852" tIns="182852" rIns="182852" bIns="182852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/>
              <a:t>PKA phosphorylates CREB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D4B599-C830-4B6F-80B1-9E40549BDA4D}"/>
              </a:ext>
            </a:extLst>
          </p:cNvPr>
          <p:cNvSpPr/>
          <p:nvPr/>
        </p:nvSpPr>
        <p:spPr>
          <a:xfrm>
            <a:off x="221091" y="3000204"/>
            <a:ext cx="5669280" cy="534871"/>
          </a:xfrm>
          <a:custGeom>
            <a:avLst/>
            <a:gdLst>
              <a:gd name="connsiteX0" fmla="*/ 0 w 5669280"/>
              <a:gd name="connsiteY0" fmla="*/ 156003 h 936000"/>
              <a:gd name="connsiteX1" fmla="*/ 156003 w 5669280"/>
              <a:gd name="connsiteY1" fmla="*/ 0 h 936000"/>
              <a:gd name="connsiteX2" fmla="*/ 5513277 w 5669280"/>
              <a:gd name="connsiteY2" fmla="*/ 0 h 936000"/>
              <a:gd name="connsiteX3" fmla="*/ 5669280 w 5669280"/>
              <a:gd name="connsiteY3" fmla="*/ 156003 h 936000"/>
              <a:gd name="connsiteX4" fmla="*/ 5669280 w 5669280"/>
              <a:gd name="connsiteY4" fmla="*/ 779997 h 936000"/>
              <a:gd name="connsiteX5" fmla="*/ 5513277 w 5669280"/>
              <a:gd name="connsiteY5" fmla="*/ 936000 h 936000"/>
              <a:gd name="connsiteX6" fmla="*/ 156003 w 5669280"/>
              <a:gd name="connsiteY6" fmla="*/ 936000 h 936000"/>
              <a:gd name="connsiteX7" fmla="*/ 0 w 5669280"/>
              <a:gd name="connsiteY7" fmla="*/ 779997 h 936000"/>
              <a:gd name="connsiteX8" fmla="*/ 0 w 5669280"/>
              <a:gd name="connsiteY8" fmla="*/ 156003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9280" h="936000">
                <a:moveTo>
                  <a:pt x="0" y="156003"/>
                </a:moveTo>
                <a:cubicBezTo>
                  <a:pt x="0" y="69845"/>
                  <a:pt x="69845" y="0"/>
                  <a:pt x="156003" y="0"/>
                </a:cubicBezTo>
                <a:lnTo>
                  <a:pt x="5513277" y="0"/>
                </a:lnTo>
                <a:cubicBezTo>
                  <a:pt x="5599435" y="0"/>
                  <a:pt x="5669280" y="69845"/>
                  <a:pt x="5669280" y="156003"/>
                </a:cubicBezTo>
                <a:lnTo>
                  <a:pt x="5669280" y="779997"/>
                </a:lnTo>
                <a:cubicBezTo>
                  <a:pt x="5669280" y="866155"/>
                  <a:pt x="5599435" y="936000"/>
                  <a:pt x="5513277" y="936000"/>
                </a:cubicBezTo>
                <a:lnTo>
                  <a:pt x="156003" y="936000"/>
                </a:lnTo>
                <a:cubicBezTo>
                  <a:pt x="69845" y="936000"/>
                  <a:pt x="0" y="866155"/>
                  <a:pt x="0" y="779997"/>
                </a:cubicBezTo>
                <a:lnTo>
                  <a:pt x="0" y="156003"/>
                </a:lnTo>
                <a:close/>
              </a:path>
            </a:pathLst>
          </a:custGeom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852" tIns="182852" rIns="182852" bIns="182852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kern="1200" dirty="0" err="1"/>
              <a:t>pCREB</a:t>
            </a:r>
            <a:r>
              <a:rPr lang="en-US" sz="2400" kern="1200" dirty="0"/>
              <a:t> activates </a:t>
            </a:r>
            <a:r>
              <a:rPr lang="en-US" sz="2400" dirty="0"/>
              <a:t>TF</a:t>
            </a:r>
            <a:r>
              <a:rPr lang="en-US" sz="2400" kern="1200" dirty="0"/>
              <a:t>’s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1ACF53E-5718-4992-99A8-782AECC4D9F7}"/>
              </a:ext>
            </a:extLst>
          </p:cNvPr>
          <p:cNvSpPr/>
          <p:nvPr/>
        </p:nvSpPr>
        <p:spPr>
          <a:xfrm>
            <a:off x="259040" y="3666919"/>
            <a:ext cx="5669280" cy="589779"/>
          </a:xfrm>
          <a:custGeom>
            <a:avLst/>
            <a:gdLst>
              <a:gd name="connsiteX0" fmla="*/ 0 w 5669280"/>
              <a:gd name="connsiteY0" fmla="*/ 156003 h 936000"/>
              <a:gd name="connsiteX1" fmla="*/ 156003 w 5669280"/>
              <a:gd name="connsiteY1" fmla="*/ 0 h 936000"/>
              <a:gd name="connsiteX2" fmla="*/ 5513277 w 5669280"/>
              <a:gd name="connsiteY2" fmla="*/ 0 h 936000"/>
              <a:gd name="connsiteX3" fmla="*/ 5669280 w 5669280"/>
              <a:gd name="connsiteY3" fmla="*/ 156003 h 936000"/>
              <a:gd name="connsiteX4" fmla="*/ 5669280 w 5669280"/>
              <a:gd name="connsiteY4" fmla="*/ 779997 h 936000"/>
              <a:gd name="connsiteX5" fmla="*/ 5513277 w 5669280"/>
              <a:gd name="connsiteY5" fmla="*/ 936000 h 936000"/>
              <a:gd name="connsiteX6" fmla="*/ 156003 w 5669280"/>
              <a:gd name="connsiteY6" fmla="*/ 936000 h 936000"/>
              <a:gd name="connsiteX7" fmla="*/ 0 w 5669280"/>
              <a:gd name="connsiteY7" fmla="*/ 779997 h 936000"/>
              <a:gd name="connsiteX8" fmla="*/ 0 w 5669280"/>
              <a:gd name="connsiteY8" fmla="*/ 156003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9280" h="936000">
                <a:moveTo>
                  <a:pt x="0" y="156003"/>
                </a:moveTo>
                <a:cubicBezTo>
                  <a:pt x="0" y="69845"/>
                  <a:pt x="69845" y="0"/>
                  <a:pt x="156003" y="0"/>
                </a:cubicBezTo>
                <a:lnTo>
                  <a:pt x="5513277" y="0"/>
                </a:lnTo>
                <a:cubicBezTo>
                  <a:pt x="5599435" y="0"/>
                  <a:pt x="5669280" y="69845"/>
                  <a:pt x="5669280" y="156003"/>
                </a:cubicBezTo>
                <a:lnTo>
                  <a:pt x="5669280" y="779997"/>
                </a:lnTo>
                <a:cubicBezTo>
                  <a:pt x="5669280" y="866155"/>
                  <a:pt x="5599435" y="936000"/>
                  <a:pt x="5513277" y="936000"/>
                </a:cubicBezTo>
                <a:lnTo>
                  <a:pt x="156003" y="936000"/>
                </a:lnTo>
                <a:cubicBezTo>
                  <a:pt x="69845" y="936000"/>
                  <a:pt x="0" y="866155"/>
                  <a:pt x="0" y="779997"/>
                </a:cubicBezTo>
                <a:lnTo>
                  <a:pt x="0" y="156003"/>
                </a:lnTo>
                <a:close/>
              </a:path>
            </a:pathLst>
          </a:custGeom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852" tIns="182852" rIns="182852" bIns="182852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i="1" u="sng" kern="1200" dirty="0"/>
              <a:t>Ubiquitin hydrolase</a:t>
            </a:r>
            <a:endParaRPr lang="en-US" sz="2400" kern="1200" dirty="0"/>
          </a:p>
        </p:txBody>
      </p:sp>
      <p:pic>
        <p:nvPicPr>
          <p:cNvPr id="7" name="Picture 2" descr="Neuroscience5e-Fig-08">
            <a:extLst>
              <a:ext uri="{FF2B5EF4-FFF2-40B4-BE49-F238E27FC236}">
                <a16:creationId xmlns:a16="http://schemas.microsoft.com/office/drawing/2014/main" id="{E8F3B325-CB47-40AE-A879-19034DB800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4"/>
          <a:stretch/>
        </p:blipFill>
        <p:spPr>
          <a:xfrm>
            <a:off x="5959061" y="2005949"/>
            <a:ext cx="5980527" cy="4126564"/>
          </a:xfrm>
          <a:noFill/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B1F6396E-CD8E-4A6E-A698-5825EC95FCA6}"/>
              </a:ext>
            </a:extLst>
          </p:cNvPr>
          <p:cNvSpPr/>
          <p:nvPr/>
        </p:nvSpPr>
        <p:spPr>
          <a:xfrm>
            <a:off x="10210800" y="3238500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1F13C31-44CE-4B89-84FD-F8A0DF7ED62D}"/>
              </a:ext>
            </a:extLst>
          </p:cNvPr>
          <p:cNvSpPr/>
          <p:nvPr/>
        </p:nvSpPr>
        <p:spPr>
          <a:xfrm>
            <a:off x="46392" y="2151665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D6DDFF-9868-4234-960D-B531AE68AB56}"/>
              </a:ext>
            </a:extLst>
          </p:cNvPr>
          <p:cNvSpPr/>
          <p:nvPr/>
        </p:nvSpPr>
        <p:spPr>
          <a:xfrm>
            <a:off x="68540" y="2852029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1F089FD-9139-4595-9B82-FB9F4197D568}"/>
              </a:ext>
            </a:extLst>
          </p:cNvPr>
          <p:cNvSpPr/>
          <p:nvPr/>
        </p:nvSpPr>
        <p:spPr>
          <a:xfrm>
            <a:off x="6539443" y="2705100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92C2A64-9C54-4983-BE7F-B2D476D8EC5A}"/>
              </a:ext>
            </a:extLst>
          </p:cNvPr>
          <p:cNvSpPr/>
          <p:nvPr/>
        </p:nvSpPr>
        <p:spPr>
          <a:xfrm>
            <a:off x="46392" y="3548260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04BED4A-2B14-45D0-B47C-0A8788652A82}"/>
              </a:ext>
            </a:extLst>
          </p:cNvPr>
          <p:cNvSpPr/>
          <p:nvPr/>
        </p:nvSpPr>
        <p:spPr>
          <a:xfrm>
            <a:off x="10401300" y="4572000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18C4D41-7B6A-6C3F-51B8-DB528BF9D954}"/>
              </a:ext>
            </a:extLst>
          </p:cNvPr>
          <p:cNvSpPr/>
          <p:nvPr/>
        </p:nvSpPr>
        <p:spPr>
          <a:xfrm>
            <a:off x="259040" y="4400907"/>
            <a:ext cx="5669280" cy="589779"/>
          </a:xfrm>
          <a:custGeom>
            <a:avLst/>
            <a:gdLst>
              <a:gd name="connsiteX0" fmla="*/ 0 w 5669280"/>
              <a:gd name="connsiteY0" fmla="*/ 156003 h 936000"/>
              <a:gd name="connsiteX1" fmla="*/ 156003 w 5669280"/>
              <a:gd name="connsiteY1" fmla="*/ 0 h 936000"/>
              <a:gd name="connsiteX2" fmla="*/ 5513277 w 5669280"/>
              <a:gd name="connsiteY2" fmla="*/ 0 h 936000"/>
              <a:gd name="connsiteX3" fmla="*/ 5669280 w 5669280"/>
              <a:gd name="connsiteY3" fmla="*/ 156003 h 936000"/>
              <a:gd name="connsiteX4" fmla="*/ 5669280 w 5669280"/>
              <a:gd name="connsiteY4" fmla="*/ 779997 h 936000"/>
              <a:gd name="connsiteX5" fmla="*/ 5513277 w 5669280"/>
              <a:gd name="connsiteY5" fmla="*/ 936000 h 936000"/>
              <a:gd name="connsiteX6" fmla="*/ 156003 w 5669280"/>
              <a:gd name="connsiteY6" fmla="*/ 936000 h 936000"/>
              <a:gd name="connsiteX7" fmla="*/ 0 w 5669280"/>
              <a:gd name="connsiteY7" fmla="*/ 779997 h 936000"/>
              <a:gd name="connsiteX8" fmla="*/ 0 w 5669280"/>
              <a:gd name="connsiteY8" fmla="*/ 156003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9280" h="936000">
                <a:moveTo>
                  <a:pt x="0" y="156003"/>
                </a:moveTo>
                <a:cubicBezTo>
                  <a:pt x="0" y="69845"/>
                  <a:pt x="69845" y="0"/>
                  <a:pt x="156003" y="0"/>
                </a:cubicBezTo>
                <a:lnTo>
                  <a:pt x="5513277" y="0"/>
                </a:lnTo>
                <a:cubicBezTo>
                  <a:pt x="5599435" y="0"/>
                  <a:pt x="5669280" y="69845"/>
                  <a:pt x="5669280" y="156003"/>
                </a:cubicBezTo>
                <a:lnTo>
                  <a:pt x="5669280" y="779997"/>
                </a:lnTo>
                <a:cubicBezTo>
                  <a:pt x="5669280" y="866155"/>
                  <a:pt x="5599435" y="936000"/>
                  <a:pt x="5513277" y="936000"/>
                </a:cubicBezTo>
                <a:lnTo>
                  <a:pt x="156003" y="936000"/>
                </a:lnTo>
                <a:cubicBezTo>
                  <a:pt x="69845" y="936000"/>
                  <a:pt x="0" y="866155"/>
                  <a:pt x="0" y="779997"/>
                </a:cubicBezTo>
                <a:lnTo>
                  <a:pt x="0" y="156003"/>
                </a:lnTo>
                <a:close/>
              </a:path>
            </a:pathLst>
          </a:custGeom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852" tIns="182852" rIns="182852" bIns="182852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i="1" u="sng" dirty="0"/>
              <a:t>C/EBP</a:t>
            </a:r>
            <a:endParaRPr lang="en-US" sz="2400" kern="1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083260-ACEC-B3B8-4DA8-DA96A55E1F03}"/>
              </a:ext>
            </a:extLst>
          </p:cNvPr>
          <p:cNvSpPr/>
          <p:nvPr/>
        </p:nvSpPr>
        <p:spPr>
          <a:xfrm>
            <a:off x="68540" y="4297258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8021D4-F1EC-8E5D-EA50-C09A746870D7}"/>
              </a:ext>
            </a:extLst>
          </p:cNvPr>
          <p:cNvSpPr/>
          <p:nvPr/>
        </p:nvSpPr>
        <p:spPr>
          <a:xfrm>
            <a:off x="6729943" y="4866822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F79CF09-9EF1-58A8-45A1-5F8ECFC7451C}"/>
              </a:ext>
            </a:extLst>
          </p:cNvPr>
          <p:cNvSpPr/>
          <p:nvPr/>
        </p:nvSpPr>
        <p:spPr>
          <a:xfrm>
            <a:off x="221091" y="5152626"/>
            <a:ext cx="5669280" cy="589779"/>
          </a:xfrm>
          <a:custGeom>
            <a:avLst/>
            <a:gdLst>
              <a:gd name="connsiteX0" fmla="*/ 0 w 5669280"/>
              <a:gd name="connsiteY0" fmla="*/ 156003 h 936000"/>
              <a:gd name="connsiteX1" fmla="*/ 156003 w 5669280"/>
              <a:gd name="connsiteY1" fmla="*/ 0 h 936000"/>
              <a:gd name="connsiteX2" fmla="*/ 5513277 w 5669280"/>
              <a:gd name="connsiteY2" fmla="*/ 0 h 936000"/>
              <a:gd name="connsiteX3" fmla="*/ 5669280 w 5669280"/>
              <a:gd name="connsiteY3" fmla="*/ 156003 h 936000"/>
              <a:gd name="connsiteX4" fmla="*/ 5669280 w 5669280"/>
              <a:gd name="connsiteY4" fmla="*/ 779997 h 936000"/>
              <a:gd name="connsiteX5" fmla="*/ 5513277 w 5669280"/>
              <a:gd name="connsiteY5" fmla="*/ 936000 h 936000"/>
              <a:gd name="connsiteX6" fmla="*/ 156003 w 5669280"/>
              <a:gd name="connsiteY6" fmla="*/ 936000 h 936000"/>
              <a:gd name="connsiteX7" fmla="*/ 0 w 5669280"/>
              <a:gd name="connsiteY7" fmla="*/ 779997 h 936000"/>
              <a:gd name="connsiteX8" fmla="*/ 0 w 5669280"/>
              <a:gd name="connsiteY8" fmla="*/ 156003 h 9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69280" h="936000">
                <a:moveTo>
                  <a:pt x="0" y="156003"/>
                </a:moveTo>
                <a:cubicBezTo>
                  <a:pt x="0" y="69845"/>
                  <a:pt x="69845" y="0"/>
                  <a:pt x="156003" y="0"/>
                </a:cubicBezTo>
                <a:lnTo>
                  <a:pt x="5513277" y="0"/>
                </a:lnTo>
                <a:cubicBezTo>
                  <a:pt x="5599435" y="0"/>
                  <a:pt x="5669280" y="69845"/>
                  <a:pt x="5669280" y="156003"/>
                </a:cubicBezTo>
                <a:lnTo>
                  <a:pt x="5669280" y="779997"/>
                </a:lnTo>
                <a:cubicBezTo>
                  <a:pt x="5669280" y="866155"/>
                  <a:pt x="5599435" y="936000"/>
                  <a:pt x="5513277" y="936000"/>
                </a:cubicBezTo>
                <a:lnTo>
                  <a:pt x="156003" y="936000"/>
                </a:lnTo>
                <a:cubicBezTo>
                  <a:pt x="69845" y="936000"/>
                  <a:pt x="0" y="866155"/>
                  <a:pt x="0" y="779997"/>
                </a:cubicBezTo>
                <a:lnTo>
                  <a:pt x="0" y="156003"/>
                </a:lnTo>
                <a:close/>
              </a:path>
            </a:pathLst>
          </a:custGeom>
        </p:spPr>
        <p:style>
          <a:lnRef idx="2">
            <a:schemeClr val="accent4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852" tIns="182852" rIns="182852" bIns="182852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400" i="1" u="sng" dirty="0"/>
              <a:t>CPEB</a:t>
            </a:r>
            <a:endParaRPr lang="en-US" sz="2400" kern="12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E4D7FE-205C-F334-9A20-A515A54BE838}"/>
              </a:ext>
            </a:extLst>
          </p:cNvPr>
          <p:cNvSpPr/>
          <p:nvPr/>
        </p:nvSpPr>
        <p:spPr>
          <a:xfrm>
            <a:off x="54985" y="5022012"/>
            <a:ext cx="381000" cy="381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  <p:bldP spid="16" grpId="0" animBg="1"/>
      <p:bldP spid="17" grpId="0" animBg="1"/>
      <p:bldP spid="19" grpId="0" animBg="1"/>
      <p:bldP spid="2" grpId="0" animBg="1"/>
      <p:bldP spid="4" grpId="0" animBg="1"/>
      <p:bldP spid="5" grpId="0" animBg="1"/>
      <p:bldP spid="12" grpId="0" animBg="1"/>
      <p:bldP spid="18" grpId="0" animBg="1"/>
    </p:bldLst>
  </p:timing>
</p:sld>
</file>

<file path=ppt/theme/theme1.xml><?xml version="1.0" encoding="utf-8"?>
<a:theme xmlns:a="http://schemas.openxmlformats.org/drawingml/2006/main" name="Blends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Aspect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ppt/theme/themeOverride2.xml><?xml version="1.0" encoding="utf-8"?>
<a:themeOverride xmlns:a="http://schemas.openxmlformats.org/drawingml/2006/main">
  <a:clrScheme name="Aspect">
    <a:dk1>
      <a:sysClr val="windowText" lastClr="000000"/>
    </a:dk1>
    <a:lt1>
      <a:sysClr val="window" lastClr="FFFFFF"/>
    </a:lt1>
    <a:dk2>
      <a:srgbClr val="323232"/>
    </a:dk2>
    <a:lt2>
      <a:srgbClr val="E3DED1"/>
    </a:lt2>
    <a:accent1>
      <a:srgbClr val="F07F09"/>
    </a:accent1>
    <a:accent2>
      <a:srgbClr val="9F2936"/>
    </a:accent2>
    <a:accent3>
      <a:srgbClr val="1B587C"/>
    </a:accent3>
    <a:accent4>
      <a:srgbClr val="4E8542"/>
    </a:accent4>
    <a:accent5>
      <a:srgbClr val="604878"/>
    </a:accent5>
    <a:accent6>
      <a:srgbClr val="C19859"/>
    </a:accent6>
    <a:hlink>
      <a:srgbClr val="6B9F25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761</TotalTime>
  <Words>411</Words>
  <Application>Microsoft Office PowerPoint</Application>
  <PresentationFormat>Widescreen</PresentationFormat>
  <Paragraphs>86</Paragraphs>
  <Slides>17</Slides>
  <Notes>16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Abadi</vt:lpstr>
      <vt:lpstr>Arial</vt:lpstr>
      <vt:lpstr>Tahoma</vt:lpstr>
      <vt:lpstr>Times New Roman</vt:lpstr>
      <vt:lpstr>Wingdings</vt:lpstr>
      <vt:lpstr>Blends</vt:lpstr>
      <vt:lpstr>Synaptic Plasticity</vt:lpstr>
      <vt:lpstr>Learning Objectives</vt:lpstr>
      <vt:lpstr>Synaptic Plasticity</vt:lpstr>
      <vt:lpstr>Short-term Forms of Synaptic Plasticity</vt:lpstr>
      <vt:lpstr>Synaptic Facilitation</vt:lpstr>
      <vt:lpstr>Synaptic Depression</vt:lpstr>
      <vt:lpstr>Studying Short and Long-term Forms of Synaptic Plasticity Using Aplysia Californica</vt:lpstr>
      <vt:lpstr>PowerPoint Presentation</vt:lpstr>
      <vt:lpstr>Types of Learning Demonstrated by Aplysia</vt:lpstr>
      <vt:lpstr>Repeated tactile stimulation of the siphon causes habituation of gill withdrawal reflex</vt:lpstr>
      <vt:lpstr>The synaptic mechanism of habituation of Aplysia gill withdrawal reflex</vt:lpstr>
      <vt:lpstr>Noxious stimulation of the tail causes sensitization of the gill withdrawal reflex</vt:lpstr>
      <vt:lpstr>Synaptic mechanisms of sensitization</vt:lpstr>
      <vt:lpstr>PowerPoint Presentation</vt:lpstr>
      <vt:lpstr>PowerPoint Presentation</vt:lpstr>
      <vt:lpstr>PowerPoint Presentation</vt:lpstr>
      <vt:lpstr>Long-term (weeks-long) sensitization requires changes in gene transcription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Synaptic Plasticity</dc:title>
  <dc:creator>Keele, Brad</dc:creator>
  <cp:lastModifiedBy>Phillips, Nicole</cp:lastModifiedBy>
  <cp:revision>55</cp:revision>
  <cp:lastPrinted>2021-10-11T16:13:24Z</cp:lastPrinted>
  <dcterms:created xsi:type="dcterms:W3CDTF">2019-10-07T13:29:20Z</dcterms:created>
  <dcterms:modified xsi:type="dcterms:W3CDTF">2026-02-23T19:06:08Z</dcterms:modified>
</cp:coreProperties>
</file>